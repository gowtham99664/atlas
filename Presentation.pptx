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65" r:id="rId4"/>
    <p:sldId id="264" r:id="rId5"/>
    <p:sldId id="266" r:id="rId6"/>
    <p:sldId id="271" r:id="rId7"/>
    <p:sldId id="272" r:id="rId8"/>
    <p:sldId id="277" r:id="rId9"/>
    <p:sldId id="280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63" r:id="rId2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15A398-BD96-4FFB-9757-B578A05B1E5D}" v="508" dt="2025-10-14T11:58:59.523"/>
  </p1510:revLst>
</p1510:revInfo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599" autoAdjust="0"/>
  </p:normalViewPr>
  <p:slideViewPr>
    <p:cSldViewPr>
      <p:cViewPr>
        <p:scale>
          <a:sx n="66" d="100"/>
          <a:sy n="66" d="100"/>
        </p:scale>
        <p:origin x="72" y="12"/>
      </p:cViewPr>
      <p:guideLst>
        <p:guide pos="3839"/>
        <p:guide orient="horz" pos="2160"/>
      </p:guideLst>
    </p:cSldViewPr>
  </p:slideViewPr>
  <p:notesTextViewPr>
    <p:cViewPr>
      <p:scale>
        <a:sx n="50" d="100"/>
        <a:sy n="50" d="100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tham Chendra -X (gochendr - HCL TECHNOLOGIES LIMITED at Cisco)" userId="885f62fd-8353-4577-9590-c991b5b86484" providerId="ADAL" clId="{A615A398-BD96-4FFB-9757-B578A05B1E5D}"/>
    <pc:docChg chg="undo redo custSel addSld delSld modSld">
      <pc:chgData name="Gowtham Chendra -X (gochendr - HCL TECHNOLOGIES LIMITED at Cisco)" userId="885f62fd-8353-4577-9590-c991b5b86484" providerId="ADAL" clId="{A615A398-BD96-4FFB-9757-B578A05B1E5D}" dt="2025-10-14T11:58:48.407" v="5581"/>
      <pc:docMkLst>
        <pc:docMk/>
      </pc:docMkLst>
      <pc:sldChg chg="addSp delSp modSp mod">
        <pc:chgData name="Gowtham Chendra -X (gochendr - HCL TECHNOLOGIES LIMITED at Cisco)" userId="885f62fd-8353-4577-9590-c991b5b86484" providerId="ADAL" clId="{A615A398-BD96-4FFB-9757-B578A05B1E5D}" dt="2025-10-13T02:36:32.910" v="5118" actId="108"/>
        <pc:sldMkLst>
          <pc:docMk/>
          <pc:sldMk cId="1920111014" sldId="256"/>
        </pc:sldMkLst>
        <pc:spChg chg="mod">
          <ac:chgData name="Gowtham Chendra -X (gochendr - HCL TECHNOLOGIES LIMITED at Cisco)" userId="885f62fd-8353-4577-9590-c991b5b86484" providerId="ADAL" clId="{A615A398-BD96-4FFB-9757-B578A05B1E5D}" dt="2025-10-12T15:15:19.579" v="4090" actId="1038"/>
          <ac:spMkLst>
            <pc:docMk/>
            <pc:sldMk cId="1920111014" sldId="256"/>
            <ac:spMk id="2" creationId="{00000000-0000-0000-0000-000000000000}"/>
          </ac:spMkLst>
        </pc:spChg>
        <pc:spChg chg="add del mod">
          <ac:chgData name="Gowtham Chendra -X (gochendr - HCL TECHNOLOGIES LIMITED at Cisco)" userId="885f62fd-8353-4577-9590-c991b5b86484" providerId="ADAL" clId="{A615A398-BD96-4FFB-9757-B578A05B1E5D}" dt="2025-10-13T02:36:32.910" v="5118" actId="108"/>
          <ac:spMkLst>
            <pc:docMk/>
            <pc:sldMk cId="1920111014" sldId="256"/>
            <ac:spMk id="3" creationId="{00000000-0000-0000-0000-000000000000}"/>
          </ac:spMkLst>
        </pc:spChg>
      </pc:sldChg>
      <pc:sldChg chg="addSp delSp modSp mod">
        <pc:chgData name="Gowtham Chendra -X (gochendr - HCL TECHNOLOGIES LIMITED at Cisco)" userId="885f62fd-8353-4577-9590-c991b5b86484" providerId="ADAL" clId="{A615A398-BD96-4FFB-9757-B578A05B1E5D}" dt="2025-10-12T14:36:45.309" v="3913" actId="478"/>
        <pc:sldMkLst>
          <pc:docMk/>
          <pc:sldMk cId="2128536031" sldId="257"/>
        </pc:sldMkLst>
        <pc:spChg chg="mod">
          <ac:chgData name="Gowtham Chendra -X (gochendr - HCL TECHNOLOGIES LIMITED at Cisco)" userId="885f62fd-8353-4577-9590-c991b5b86484" providerId="ADAL" clId="{A615A398-BD96-4FFB-9757-B578A05B1E5D}" dt="2025-10-12T14:06:31.198" v="3275" actId="20577"/>
          <ac:spMkLst>
            <pc:docMk/>
            <pc:sldMk cId="2128536031" sldId="257"/>
            <ac:spMk id="14" creationId="{00000000-0000-0000-0000-000000000000}"/>
          </ac:spMkLst>
        </pc:spChg>
      </pc:sldChg>
      <pc:sldChg chg="addSp delSp modSp mod">
        <pc:chgData name="Gowtham Chendra -X (gochendr - HCL TECHNOLOGIES LIMITED at Cisco)" userId="885f62fd-8353-4577-9590-c991b5b86484" providerId="ADAL" clId="{A615A398-BD96-4FFB-9757-B578A05B1E5D}" dt="2025-10-13T12:26:22.046" v="5120" actId="12084"/>
        <pc:sldMkLst>
          <pc:docMk/>
          <pc:sldMk cId="1797304117" sldId="263"/>
        </pc:sldMkLst>
        <pc:spChg chg="add del mod">
          <ac:chgData name="Gowtham Chendra -X (gochendr - HCL TECHNOLOGIES LIMITED at Cisco)" userId="885f62fd-8353-4577-9590-c991b5b86484" providerId="ADAL" clId="{A615A398-BD96-4FFB-9757-B578A05B1E5D}" dt="2025-10-13T12:26:22.046" v="5120" actId="12084"/>
          <ac:spMkLst>
            <pc:docMk/>
            <pc:sldMk cId="1797304117" sldId="263"/>
            <ac:spMk id="6" creationId="{00000000-0000-0000-0000-000000000000}"/>
          </ac:spMkLst>
        </pc:spChg>
        <pc:graphicFrameChg chg="add mod">
          <ac:chgData name="Gowtham Chendra -X (gochendr - HCL TECHNOLOGIES LIMITED at Cisco)" userId="885f62fd-8353-4577-9590-c991b5b86484" providerId="ADAL" clId="{A615A398-BD96-4FFB-9757-B578A05B1E5D}" dt="2025-10-13T12:26:22.046" v="5120" actId="12084"/>
          <ac:graphicFrameMkLst>
            <pc:docMk/>
            <pc:sldMk cId="1797304117" sldId="263"/>
            <ac:graphicFrameMk id="2" creationId="{ABA46376-A830-D804-E5D5-D2421882DB83}"/>
          </ac:graphicFrameMkLst>
        </pc:graphicFrameChg>
      </pc:sldChg>
      <pc:sldChg chg="del">
        <pc:chgData name="Gowtham Chendra -X (gochendr - HCL TECHNOLOGIES LIMITED at Cisco)" userId="885f62fd-8353-4577-9590-c991b5b86484" providerId="ADAL" clId="{A615A398-BD96-4FFB-9757-B578A05B1E5D}" dt="2025-10-12T08:05:07.116" v="0" actId="47"/>
        <pc:sldMkLst>
          <pc:docMk/>
          <pc:sldMk cId="2004780819" sldId="264"/>
        </pc:sldMkLst>
      </pc:sldChg>
      <pc:sldChg chg="addSp delSp modSp new mod modClrScheme chgLayout">
        <pc:chgData name="Gowtham Chendra -X (gochendr - HCL TECHNOLOGIES LIMITED at Cisco)" userId="885f62fd-8353-4577-9590-c991b5b86484" providerId="ADAL" clId="{A615A398-BD96-4FFB-9757-B578A05B1E5D}" dt="2025-10-14T03:44:59.594" v="5138" actId="14100"/>
        <pc:sldMkLst>
          <pc:docMk/>
          <pc:sldMk cId="2301100800" sldId="264"/>
        </pc:sldMkLst>
        <pc:spChg chg="add mod">
          <ac:chgData name="Gowtham Chendra -X (gochendr - HCL TECHNOLOGIES LIMITED at Cisco)" userId="885f62fd-8353-4577-9590-c991b5b86484" providerId="ADAL" clId="{A615A398-BD96-4FFB-9757-B578A05B1E5D}" dt="2025-10-13T01:58:42.617" v="4120" actId="14100"/>
          <ac:spMkLst>
            <pc:docMk/>
            <pc:sldMk cId="2301100800" sldId="264"/>
            <ac:spMk id="6" creationId="{968C3387-D228-FA81-36F8-AFBE03094AE2}"/>
          </ac:spMkLst>
        </pc:spChg>
        <pc:spChg chg="add mod">
          <ac:chgData name="Gowtham Chendra -X (gochendr - HCL TECHNOLOGIES LIMITED at Cisco)" userId="885f62fd-8353-4577-9590-c991b5b86484" providerId="ADAL" clId="{A615A398-BD96-4FFB-9757-B578A05B1E5D}" dt="2025-10-14T03:44:52.043" v="5137" actId="1036"/>
          <ac:spMkLst>
            <pc:docMk/>
            <pc:sldMk cId="2301100800" sldId="264"/>
            <ac:spMk id="9" creationId="{2C742050-D381-DFFC-E049-A809F3451323}"/>
          </ac:spMkLst>
        </pc:spChg>
        <pc:spChg chg="add mod">
          <ac:chgData name="Gowtham Chendra -X (gochendr - HCL TECHNOLOGIES LIMITED at Cisco)" userId="885f62fd-8353-4577-9590-c991b5b86484" providerId="ADAL" clId="{A615A398-BD96-4FFB-9757-B578A05B1E5D}" dt="2025-10-12T14:09:47.717" v="3474" actId="20577"/>
          <ac:spMkLst>
            <pc:docMk/>
            <pc:sldMk cId="2301100800" sldId="264"/>
            <ac:spMk id="10" creationId="{D4E7BCA4-D848-EE07-F85A-6F14DAA83662}"/>
          </ac:spMkLst>
        </pc:spChg>
        <pc:picChg chg="add mod">
          <ac:chgData name="Gowtham Chendra -X (gochendr - HCL TECHNOLOGIES LIMITED at Cisco)" userId="885f62fd-8353-4577-9590-c991b5b86484" providerId="ADAL" clId="{A615A398-BD96-4FFB-9757-B578A05B1E5D}" dt="2025-10-12T14:41:28.662" v="3921" actId="29295"/>
          <ac:picMkLst>
            <pc:docMk/>
            <pc:sldMk cId="2301100800" sldId="264"/>
            <ac:picMk id="5" creationId="{0E132271-8218-3EA7-3E2D-D776BEB2FE69}"/>
          </ac:picMkLst>
        </pc:picChg>
        <pc:cxnChg chg="add mod">
          <ac:chgData name="Gowtham Chendra -X (gochendr - HCL TECHNOLOGIES LIMITED at Cisco)" userId="885f62fd-8353-4577-9590-c991b5b86484" providerId="ADAL" clId="{A615A398-BD96-4FFB-9757-B578A05B1E5D}" dt="2025-10-14T03:44:59.594" v="5138" actId="14100"/>
          <ac:cxnSpMkLst>
            <pc:docMk/>
            <pc:sldMk cId="2301100800" sldId="264"/>
            <ac:cxnSpMk id="8" creationId="{F7D0DFD6-2FF2-2155-41D5-0861373F5FE9}"/>
          </ac:cxnSpMkLst>
        </pc:cxnChg>
      </pc:sldChg>
      <pc:sldChg chg="addSp delSp modSp new mod modClrScheme chgLayout">
        <pc:chgData name="Gowtham Chendra -X (gochendr - HCL TECHNOLOGIES LIMITED at Cisco)" userId="885f62fd-8353-4577-9590-c991b5b86484" providerId="ADAL" clId="{A615A398-BD96-4FFB-9757-B578A05B1E5D}" dt="2025-10-12T14:26:03.509" v="3870" actId="207"/>
        <pc:sldMkLst>
          <pc:docMk/>
          <pc:sldMk cId="1289681654" sldId="265"/>
        </pc:sldMkLst>
        <pc:spChg chg="add mod ord">
          <ac:chgData name="Gowtham Chendra -X (gochendr - HCL TECHNOLOGIES LIMITED at Cisco)" userId="885f62fd-8353-4577-9590-c991b5b86484" providerId="ADAL" clId="{A615A398-BD96-4FFB-9757-B578A05B1E5D}" dt="2025-10-12T09:20:37.167" v="166" actId="20577"/>
          <ac:spMkLst>
            <pc:docMk/>
            <pc:sldMk cId="1289681654" sldId="265"/>
            <ac:spMk id="11" creationId="{1A9A4958-27F8-48FE-5953-4BF9CDC2DA15}"/>
          </ac:spMkLst>
        </pc:spChg>
        <pc:graphicFrameChg chg="add del mod modGraphic">
          <ac:chgData name="Gowtham Chendra -X (gochendr - HCL TECHNOLOGIES LIMITED at Cisco)" userId="885f62fd-8353-4577-9590-c991b5b86484" providerId="ADAL" clId="{A615A398-BD96-4FFB-9757-B578A05B1E5D}" dt="2025-10-12T14:26:03.509" v="3870" actId="207"/>
          <ac:graphicFrameMkLst>
            <pc:docMk/>
            <pc:sldMk cId="1289681654" sldId="265"/>
            <ac:graphicFrameMk id="10" creationId="{67C74938-7BC9-E4F9-D660-BEF6823CCC22}"/>
          </ac:graphicFrameMkLst>
        </pc:graphicFrameChg>
      </pc:sldChg>
      <pc:sldChg chg="addSp modSp add mod">
        <pc:chgData name="Gowtham Chendra -X (gochendr - HCL TECHNOLOGIES LIMITED at Cisco)" userId="885f62fd-8353-4577-9590-c991b5b86484" providerId="ADAL" clId="{A615A398-BD96-4FFB-9757-B578A05B1E5D}" dt="2025-10-14T03:45:08.311" v="5152" actId="1035"/>
        <pc:sldMkLst>
          <pc:docMk/>
          <pc:sldMk cId="2329837265" sldId="266"/>
        </pc:sldMkLst>
        <pc:spChg chg="add mod">
          <ac:chgData name="Gowtham Chendra -X (gochendr - HCL TECHNOLOGIES LIMITED at Cisco)" userId="885f62fd-8353-4577-9590-c991b5b86484" providerId="ADAL" clId="{A615A398-BD96-4FFB-9757-B578A05B1E5D}" dt="2025-10-12T14:09:56.098" v="3475"/>
          <ac:spMkLst>
            <pc:docMk/>
            <pc:sldMk cId="2329837265" sldId="266"/>
            <ac:spMk id="3" creationId="{0198EE45-ECF7-DEDA-F136-C57BA1AB4149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06:10.793" v="4264" actId="14100"/>
          <ac:spMkLst>
            <pc:docMk/>
            <pc:sldMk cId="2329837265" sldId="266"/>
            <ac:spMk id="6" creationId="{4D5DEA13-7194-8083-E164-FCB24A67EB5B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4T03:45:08.311" v="5152" actId="1035"/>
          <ac:spMkLst>
            <pc:docMk/>
            <pc:sldMk cId="2329837265" sldId="266"/>
            <ac:spMk id="9" creationId="{B6142519-6A30-5895-B278-49E6A275A950}"/>
          </ac:spMkLst>
        </pc:spChg>
        <pc:picChg chg="mod">
          <ac:chgData name="Gowtham Chendra -X (gochendr - HCL TECHNOLOGIES LIMITED at Cisco)" userId="885f62fd-8353-4577-9590-c991b5b86484" providerId="ADAL" clId="{A615A398-BD96-4FFB-9757-B578A05B1E5D}" dt="2025-10-13T02:05:46.335" v="4248" actId="1076"/>
          <ac:picMkLst>
            <pc:docMk/>
            <pc:sldMk cId="2329837265" sldId="266"/>
            <ac:picMk id="5" creationId="{D109A526-D12E-BEA1-883A-90932805D657}"/>
          </ac:picMkLst>
        </pc:picChg>
        <pc:cxnChg chg="mod">
          <ac:chgData name="Gowtham Chendra -X (gochendr - HCL TECHNOLOGIES LIMITED at Cisco)" userId="885f62fd-8353-4577-9590-c991b5b86484" providerId="ADAL" clId="{A615A398-BD96-4FFB-9757-B578A05B1E5D}" dt="2025-10-14T03:45:08.311" v="5152" actId="1035"/>
          <ac:cxnSpMkLst>
            <pc:docMk/>
            <pc:sldMk cId="2329837265" sldId="266"/>
            <ac:cxnSpMk id="8" creationId="{58F12A91-BAC7-DD7C-92BA-8828F904659F}"/>
          </ac:cxnSpMkLst>
        </pc:cxnChg>
      </pc:sldChg>
      <pc:sldChg chg="modSp add del mod">
        <pc:chgData name="Gowtham Chendra -X (gochendr - HCL TECHNOLOGIES LIMITED at Cisco)" userId="885f62fd-8353-4577-9590-c991b5b86484" providerId="ADAL" clId="{A615A398-BD96-4FFB-9757-B578A05B1E5D}" dt="2025-10-12T09:51:52.759" v="389" actId="47"/>
        <pc:sldMkLst>
          <pc:docMk/>
          <pc:sldMk cId="3276210715" sldId="266"/>
        </pc:sldMkLst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10:37.301" v="4439" actId="47"/>
        <pc:sldMkLst>
          <pc:docMk/>
          <pc:sldMk cId="3226278090" sldId="267"/>
        </pc:sldMkLst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10:39.994" v="4440" actId="47"/>
        <pc:sldMkLst>
          <pc:docMk/>
          <pc:sldMk cId="1261805052" sldId="268"/>
        </pc:sldMkLst>
      </pc:sldChg>
      <pc:sldChg chg="del">
        <pc:chgData name="Gowtham Chendra -X (gochendr - HCL TECHNOLOGIES LIMITED at Cisco)" userId="885f62fd-8353-4577-9590-c991b5b86484" providerId="ADAL" clId="{A615A398-BD96-4FFB-9757-B578A05B1E5D}" dt="2025-10-12T08:05:07.234" v="1" actId="47"/>
        <pc:sldMkLst>
          <pc:docMk/>
          <pc:sldMk cId="638495402" sldId="269"/>
        </pc:sldMkLst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10:41.919" v="4442" actId="47"/>
        <pc:sldMkLst>
          <pc:docMk/>
          <pc:sldMk cId="1212737846" sldId="269"/>
        </pc:sldMkLst>
      </pc:sldChg>
      <pc:sldChg chg="modSp add del mod">
        <pc:chgData name="Gowtham Chendra -X (gochendr - HCL TECHNOLOGIES LIMITED at Cisco)" userId="885f62fd-8353-4577-9590-c991b5b86484" providerId="ADAL" clId="{A615A398-BD96-4FFB-9757-B578A05B1E5D}" dt="2025-10-12T10:05:15.063" v="491"/>
        <pc:sldMkLst>
          <pc:docMk/>
          <pc:sldMk cId="242161469" sldId="270"/>
        </pc:sldMkLst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10:41.041" v="4441" actId="47"/>
        <pc:sldMkLst>
          <pc:docMk/>
          <pc:sldMk cId="3194672985" sldId="270"/>
        </pc:sldMkLst>
      </pc:sldChg>
      <pc:sldChg chg="addSp modSp add mod">
        <pc:chgData name="Gowtham Chendra -X (gochendr - HCL TECHNOLOGIES LIMITED at Cisco)" userId="885f62fd-8353-4577-9590-c991b5b86484" providerId="ADAL" clId="{A615A398-BD96-4FFB-9757-B578A05B1E5D}" dt="2025-10-14T03:45:18.124" v="5166" actId="1035"/>
        <pc:sldMkLst>
          <pc:docMk/>
          <pc:sldMk cId="2417330663" sldId="271"/>
        </pc:sldMkLst>
        <pc:spChg chg="add mod">
          <ac:chgData name="Gowtham Chendra -X (gochendr - HCL TECHNOLOGIES LIMITED at Cisco)" userId="885f62fd-8353-4577-9590-c991b5b86484" providerId="ADAL" clId="{A615A398-BD96-4FFB-9757-B578A05B1E5D}" dt="2025-10-12T14:10:12.630" v="3480"/>
          <ac:spMkLst>
            <pc:docMk/>
            <pc:sldMk cId="2417330663" sldId="271"/>
            <ac:spMk id="3" creationId="{D47037A4-84AB-76A6-DD8E-333E2D32CD8A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2T10:07:31.036" v="518" actId="1036"/>
          <ac:spMkLst>
            <pc:docMk/>
            <pc:sldMk cId="2417330663" sldId="271"/>
            <ac:spMk id="6" creationId="{F9B4DB33-FDCD-6A70-3EA4-60B9D9299BAC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4T03:45:18.124" v="5166" actId="1035"/>
          <ac:spMkLst>
            <pc:docMk/>
            <pc:sldMk cId="2417330663" sldId="271"/>
            <ac:spMk id="9" creationId="{7C45C928-004A-37B5-CB77-B41C1281A6A1}"/>
          </ac:spMkLst>
        </pc:spChg>
        <pc:picChg chg="mod">
          <ac:chgData name="Gowtham Chendra -X (gochendr - HCL TECHNOLOGIES LIMITED at Cisco)" userId="885f62fd-8353-4577-9590-c991b5b86484" providerId="ADAL" clId="{A615A398-BD96-4FFB-9757-B578A05B1E5D}" dt="2025-10-13T02:31:26.720" v="5082" actId="2085"/>
          <ac:picMkLst>
            <pc:docMk/>
            <pc:sldMk cId="2417330663" sldId="271"/>
            <ac:picMk id="5" creationId="{4CBC6AC4-528A-045E-26BC-5763B61B6EE3}"/>
          </ac:picMkLst>
        </pc:picChg>
        <pc:cxnChg chg="mod">
          <ac:chgData name="Gowtham Chendra -X (gochendr - HCL TECHNOLOGIES LIMITED at Cisco)" userId="885f62fd-8353-4577-9590-c991b5b86484" providerId="ADAL" clId="{A615A398-BD96-4FFB-9757-B578A05B1E5D}" dt="2025-10-14T03:45:18.124" v="5166" actId="1035"/>
          <ac:cxnSpMkLst>
            <pc:docMk/>
            <pc:sldMk cId="2417330663" sldId="271"/>
            <ac:cxnSpMk id="8" creationId="{51EE46D3-4CAB-4292-CFC7-90106B152EAC}"/>
          </ac:cxnSpMkLst>
        </pc:cxnChg>
      </pc:sldChg>
      <pc:sldChg chg="addSp modSp add mod">
        <pc:chgData name="Gowtham Chendra -X (gochendr - HCL TECHNOLOGIES LIMITED at Cisco)" userId="885f62fd-8353-4577-9590-c991b5b86484" providerId="ADAL" clId="{A615A398-BD96-4FFB-9757-B578A05B1E5D}" dt="2025-10-14T03:45:26.772" v="5180" actId="1035"/>
        <pc:sldMkLst>
          <pc:docMk/>
          <pc:sldMk cId="3986257495" sldId="272"/>
        </pc:sldMkLst>
        <pc:spChg chg="add mod">
          <ac:chgData name="Gowtham Chendra -X (gochendr - HCL TECHNOLOGIES LIMITED at Cisco)" userId="885f62fd-8353-4577-9590-c991b5b86484" providerId="ADAL" clId="{A615A398-BD96-4FFB-9757-B578A05B1E5D}" dt="2025-10-12T14:10:16.751" v="3481"/>
          <ac:spMkLst>
            <pc:docMk/>
            <pc:sldMk cId="3986257495" sldId="272"/>
            <ac:spMk id="4" creationId="{18D9D39E-A787-FA62-E9C7-6E7827A2C8D7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14:07.682" v="4445" actId="14100"/>
          <ac:spMkLst>
            <pc:docMk/>
            <pc:sldMk cId="3986257495" sldId="272"/>
            <ac:spMk id="6" creationId="{7061FA51-23E2-64F9-51FC-32A181D11F97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4T03:45:26.772" v="5180" actId="1035"/>
          <ac:spMkLst>
            <pc:docMk/>
            <pc:sldMk cId="3986257495" sldId="272"/>
            <ac:spMk id="9" creationId="{E6DC06FA-D033-7182-566B-02DD57C2D306}"/>
          </ac:spMkLst>
        </pc:spChg>
        <pc:cxnChg chg="mod">
          <ac:chgData name="Gowtham Chendra -X (gochendr - HCL TECHNOLOGIES LIMITED at Cisco)" userId="885f62fd-8353-4577-9590-c991b5b86484" providerId="ADAL" clId="{A615A398-BD96-4FFB-9757-B578A05B1E5D}" dt="2025-10-14T03:45:26.772" v="5180" actId="1035"/>
          <ac:cxnSpMkLst>
            <pc:docMk/>
            <pc:sldMk cId="3986257495" sldId="272"/>
            <ac:cxnSpMk id="8" creationId="{A79BF5B2-8083-1678-E22C-DB23BA058CD9}"/>
          </ac:cxnSpMkLst>
        </pc:cxnChg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17:04.805" v="4696" actId="47"/>
        <pc:sldMkLst>
          <pc:docMk/>
          <pc:sldMk cId="3566059352" sldId="273"/>
        </pc:sldMkLst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17:06.161" v="4697" actId="47"/>
        <pc:sldMkLst>
          <pc:docMk/>
          <pc:sldMk cId="2355416654" sldId="274"/>
        </pc:sldMkLst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17:06.722" v="4698" actId="47"/>
        <pc:sldMkLst>
          <pc:docMk/>
          <pc:sldMk cId="3812552164" sldId="275"/>
        </pc:sldMkLst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17:07.518" v="4699" actId="47"/>
        <pc:sldMkLst>
          <pc:docMk/>
          <pc:sldMk cId="1161936868" sldId="276"/>
        </pc:sldMkLst>
      </pc:sldChg>
      <pc:sldChg chg="addSp modSp add mod">
        <pc:chgData name="Gowtham Chendra -X (gochendr - HCL TECHNOLOGIES LIMITED at Cisco)" userId="885f62fd-8353-4577-9590-c991b5b86484" providerId="ADAL" clId="{A615A398-BD96-4FFB-9757-B578A05B1E5D}" dt="2025-10-14T03:45:36.815" v="5194" actId="1035"/>
        <pc:sldMkLst>
          <pc:docMk/>
          <pc:sldMk cId="1473381331" sldId="277"/>
        </pc:sldMkLst>
        <pc:spChg chg="add mod">
          <ac:chgData name="Gowtham Chendra -X (gochendr - HCL TECHNOLOGIES LIMITED at Cisco)" userId="885f62fd-8353-4577-9590-c991b5b86484" providerId="ADAL" clId="{A615A398-BD96-4FFB-9757-B578A05B1E5D}" dt="2025-10-12T14:10:29.902" v="3486"/>
          <ac:spMkLst>
            <pc:docMk/>
            <pc:sldMk cId="1473381331" sldId="277"/>
            <ac:spMk id="2" creationId="{87B1524B-2FEA-A448-42F8-DD131F053350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17:14.103" v="4700" actId="14100"/>
          <ac:spMkLst>
            <pc:docMk/>
            <pc:sldMk cId="1473381331" sldId="277"/>
            <ac:spMk id="6" creationId="{168CA6E2-FC4C-262E-0895-A9E507BFD400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4T03:45:36.815" v="5194" actId="1035"/>
          <ac:spMkLst>
            <pc:docMk/>
            <pc:sldMk cId="1473381331" sldId="277"/>
            <ac:spMk id="9" creationId="{41F3F588-3A7B-37F2-41CE-62A83BFE5EDF}"/>
          </ac:spMkLst>
        </pc:spChg>
        <pc:picChg chg="mod">
          <ac:chgData name="Gowtham Chendra -X (gochendr - HCL TECHNOLOGIES LIMITED at Cisco)" userId="885f62fd-8353-4577-9590-c991b5b86484" providerId="ADAL" clId="{A615A398-BD96-4FFB-9757-B578A05B1E5D}" dt="2025-10-12T10:22:12.275" v="613" actId="1036"/>
          <ac:picMkLst>
            <pc:docMk/>
            <pc:sldMk cId="1473381331" sldId="277"/>
            <ac:picMk id="5" creationId="{4C0BAF6E-68BC-155D-B97C-D91BCCDC9BF3}"/>
          </ac:picMkLst>
        </pc:picChg>
        <pc:cxnChg chg="mod">
          <ac:chgData name="Gowtham Chendra -X (gochendr - HCL TECHNOLOGIES LIMITED at Cisco)" userId="885f62fd-8353-4577-9590-c991b5b86484" providerId="ADAL" clId="{A615A398-BD96-4FFB-9757-B578A05B1E5D}" dt="2025-10-14T03:45:36.815" v="5194" actId="1035"/>
          <ac:cxnSpMkLst>
            <pc:docMk/>
            <pc:sldMk cId="1473381331" sldId="277"/>
            <ac:cxnSpMk id="8" creationId="{6E618BF9-46CD-DE68-A96E-8754C3D0C618}"/>
          </ac:cxnSpMkLst>
        </pc:cxnChg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19:32.021" v="4743" actId="47"/>
        <pc:sldMkLst>
          <pc:docMk/>
          <pc:sldMk cId="1999147274" sldId="278"/>
        </pc:sldMkLst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19:33.166" v="4744" actId="47"/>
        <pc:sldMkLst>
          <pc:docMk/>
          <pc:sldMk cId="3716965249" sldId="279"/>
        </pc:sldMkLst>
      </pc:sldChg>
      <pc:sldChg chg="addSp modSp add mod">
        <pc:chgData name="Gowtham Chendra -X (gochendr - HCL TECHNOLOGIES LIMITED at Cisco)" userId="885f62fd-8353-4577-9590-c991b5b86484" providerId="ADAL" clId="{A615A398-BD96-4FFB-9757-B578A05B1E5D}" dt="2025-10-14T03:45:48.217" v="5208" actId="1035"/>
        <pc:sldMkLst>
          <pc:docMk/>
          <pc:sldMk cId="2973442527" sldId="280"/>
        </pc:sldMkLst>
        <pc:spChg chg="add mod">
          <ac:chgData name="Gowtham Chendra -X (gochendr - HCL TECHNOLOGIES LIMITED at Cisco)" userId="885f62fd-8353-4577-9590-c991b5b86484" providerId="ADAL" clId="{A615A398-BD96-4FFB-9757-B578A05B1E5D}" dt="2025-10-12T14:10:35.807" v="3489"/>
          <ac:spMkLst>
            <pc:docMk/>
            <pc:sldMk cId="2973442527" sldId="280"/>
            <ac:spMk id="2" creationId="{E4954375-E9D1-F7C2-121E-FAA96CF1AD3F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21:39.606" v="4773" actId="14100"/>
          <ac:spMkLst>
            <pc:docMk/>
            <pc:sldMk cId="2973442527" sldId="280"/>
            <ac:spMk id="6" creationId="{A2873921-C3AF-1CE8-2431-946433AA8838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4T03:45:48.217" v="5208" actId="1035"/>
          <ac:spMkLst>
            <pc:docMk/>
            <pc:sldMk cId="2973442527" sldId="280"/>
            <ac:spMk id="9" creationId="{C7D490C8-7B2F-569D-DEAC-A9CA6E5BD8B4}"/>
          </ac:spMkLst>
        </pc:spChg>
        <pc:cxnChg chg="mod">
          <ac:chgData name="Gowtham Chendra -X (gochendr - HCL TECHNOLOGIES LIMITED at Cisco)" userId="885f62fd-8353-4577-9590-c991b5b86484" providerId="ADAL" clId="{A615A398-BD96-4FFB-9757-B578A05B1E5D}" dt="2025-10-14T03:45:48.217" v="5208" actId="1035"/>
          <ac:cxnSpMkLst>
            <pc:docMk/>
            <pc:sldMk cId="2973442527" sldId="280"/>
            <ac:cxnSpMk id="8" creationId="{58459B8D-33C7-8585-97B6-9A60BDAB3047}"/>
          </ac:cxnSpMkLst>
        </pc:cxnChg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20:15.768" v="4753" actId="47"/>
        <pc:sldMkLst>
          <pc:docMk/>
          <pc:sldMk cId="1398985782" sldId="281"/>
        </pc:sldMkLst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20:16.326" v="4754" actId="47"/>
        <pc:sldMkLst>
          <pc:docMk/>
          <pc:sldMk cId="1690539035" sldId="282"/>
        </pc:sldMkLst>
      </pc:sldChg>
      <pc:sldChg chg="addSp modSp add del mod">
        <pc:chgData name="Gowtham Chendra -X (gochendr - HCL TECHNOLOGIES LIMITED at Cisco)" userId="885f62fd-8353-4577-9590-c991b5b86484" providerId="ADAL" clId="{A615A398-BD96-4FFB-9757-B578A05B1E5D}" dt="2025-10-13T02:20:16.765" v="4755" actId="47"/>
        <pc:sldMkLst>
          <pc:docMk/>
          <pc:sldMk cId="2885229113" sldId="283"/>
        </pc:sldMkLst>
      </pc:sldChg>
      <pc:sldChg chg="addSp delSp modSp add del mod modClrScheme chgLayout">
        <pc:chgData name="Gowtham Chendra -X (gochendr - HCL TECHNOLOGIES LIMITED at Cisco)" userId="885f62fd-8353-4577-9590-c991b5b86484" providerId="ADAL" clId="{A615A398-BD96-4FFB-9757-B578A05B1E5D}" dt="2025-10-12T13:04:50.870" v="1360" actId="47"/>
        <pc:sldMkLst>
          <pc:docMk/>
          <pc:sldMk cId="2830849849" sldId="284"/>
        </pc:sldMkLst>
      </pc:sldChg>
      <pc:sldChg chg="addSp delSp modSp add mod modClrScheme modAnim chgLayout">
        <pc:chgData name="Gowtham Chendra -X (gochendr - HCL TECHNOLOGIES LIMITED at Cisco)" userId="885f62fd-8353-4577-9590-c991b5b86484" providerId="ADAL" clId="{A615A398-BD96-4FFB-9757-B578A05B1E5D}" dt="2025-10-14T08:31:23.384" v="5571" actId="478"/>
        <pc:sldMkLst>
          <pc:docMk/>
          <pc:sldMk cId="784202487" sldId="285"/>
        </pc:sldMkLst>
        <pc:spChg chg="add mod">
          <ac:chgData name="Gowtham Chendra -X (gochendr - HCL TECHNOLOGIES LIMITED at Cisco)" userId="885f62fd-8353-4577-9590-c991b5b86484" providerId="ADAL" clId="{A615A398-BD96-4FFB-9757-B578A05B1E5D}" dt="2025-10-12T12:12:24.238" v="815" actId="14100"/>
          <ac:spMkLst>
            <pc:docMk/>
            <pc:sldMk cId="784202487" sldId="285"/>
            <ac:spMk id="4" creationId="{CFBC4FB8-401B-6C2E-DF9E-E50274AD42A4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4T06:54:02.074" v="5222" actId="1035"/>
          <ac:spMkLst>
            <pc:docMk/>
            <pc:sldMk cId="784202487" sldId="285"/>
            <ac:spMk id="9" creationId="{2899C528-5D5A-AAA2-EDD1-03E17C8E9761}"/>
          </ac:spMkLst>
        </pc:spChg>
        <pc:spChg chg="add del mod">
          <ac:chgData name="Gowtham Chendra -X (gochendr - HCL TECHNOLOGIES LIMITED at Cisco)" userId="885f62fd-8353-4577-9590-c991b5b86484" providerId="ADAL" clId="{A615A398-BD96-4FFB-9757-B578A05B1E5D}" dt="2025-10-14T08:31:23.384" v="5571" actId="478"/>
          <ac:spMkLst>
            <pc:docMk/>
            <pc:sldMk cId="784202487" sldId="285"/>
            <ac:spMk id="16" creationId="{BFEAB10D-62CA-B904-031C-AD7B3E0A8002}"/>
          </ac:spMkLst>
        </pc:spChg>
        <pc:spChg chg="add mod">
          <ac:chgData name="Gowtham Chendra -X (gochendr - HCL TECHNOLOGIES LIMITED at Cisco)" userId="885f62fd-8353-4577-9590-c991b5b86484" providerId="ADAL" clId="{A615A398-BD96-4FFB-9757-B578A05B1E5D}" dt="2025-10-14T06:55:21.050" v="5232" actId="208"/>
          <ac:spMkLst>
            <pc:docMk/>
            <pc:sldMk cId="784202487" sldId="285"/>
            <ac:spMk id="37" creationId="{1CFACAF0-036C-28D1-C0B7-017657EF55E9}"/>
          </ac:spMkLst>
        </pc:spChg>
        <pc:spChg chg="add mod ord">
          <ac:chgData name="Gowtham Chendra -X (gochendr - HCL TECHNOLOGIES LIMITED at Cisco)" userId="885f62fd-8353-4577-9590-c991b5b86484" providerId="ADAL" clId="{A615A398-BD96-4FFB-9757-B578A05B1E5D}" dt="2025-10-13T02:27:59.171" v="4849" actId="20577"/>
          <ac:spMkLst>
            <pc:docMk/>
            <pc:sldMk cId="784202487" sldId="285"/>
            <ac:spMk id="45" creationId="{D1A13A6C-72B0-B2E9-B738-E84796482739}"/>
          </ac:spMkLst>
        </pc:spChg>
        <pc:picChg chg="mod">
          <ac:chgData name="Gowtham Chendra -X (gochendr - HCL TECHNOLOGIES LIMITED at Cisco)" userId="885f62fd-8353-4577-9590-c991b5b86484" providerId="ADAL" clId="{A615A398-BD96-4FFB-9757-B578A05B1E5D}" dt="2025-10-12T12:23:05.166" v="957" actId="14100"/>
          <ac:picMkLst>
            <pc:docMk/>
            <pc:sldMk cId="784202487" sldId="285"/>
            <ac:picMk id="5" creationId="{B7EB8E96-968D-84B3-79C0-8663AB33854A}"/>
          </ac:picMkLst>
        </pc:picChg>
        <pc:cxnChg chg="add mod">
          <ac:chgData name="Gowtham Chendra -X (gochendr - HCL TECHNOLOGIES LIMITED at Cisco)" userId="885f62fd-8353-4577-9590-c991b5b86484" providerId="ADAL" clId="{A615A398-BD96-4FFB-9757-B578A05B1E5D}" dt="2025-10-14T06:54:09.540" v="5223" actId="14100"/>
          <ac:cxnSpMkLst>
            <pc:docMk/>
            <pc:sldMk cId="784202487" sldId="285"/>
            <ac:cxnSpMk id="3" creationId="{E9C78AAF-1370-CADC-B53A-813C51A26C51}"/>
          </ac:cxnSpMkLst>
        </pc:cxnChg>
        <pc:cxnChg chg="add mod">
          <ac:chgData name="Gowtham Chendra -X (gochendr - HCL TECHNOLOGIES LIMITED at Cisco)" userId="885f62fd-8353-4577-9590-c991b5b86484" providerId="ADAL" clId="{A615A398-BD96-4FFB-9757-B578A05B1E5D}" dt="2025-10-14T06:54:15.554" v="5224" actId="14100"/>
          <ac:cxnSpMkLst>
            <pc:docMk/>
            <pc:sldMk cId="784202487" sldId="285"/>
            <ac:cxnSpMk id="10" creationId="{9B69DD11-8C3D-7280-3BF1-F7F18539B954}"/>
          </ac:cxnSpMkLst>
        </pc:cxnChg>
        <pc:cxnChg chg="add mod">
          <ac:chgData name="Gowtham Chendra -X (gochendr - HCL TECHNOLOGIES LIMITED at Cisco)" userId="885f62fd-8353-4577-9590-c991b5b86484" providerId="ADAL" clId="{A615A398-BD96-4FFB-9757-B578A05B1E5D}" dt="2025-10-14T06:54:27.717" v="5226" actId="14100"/>
          <ac:cxnSpMkLst>
            <pc:docMk/>
            <pc:sldMk cId="784202487" sldId="285"/>
            <ac:cxnSpMk id="17" creationId="{D77A1218-58E7-A380-F123-8740EC6AC567}"/>
          </ac:cxnSpMkLst>
        </pc:cxnChg>
        <pc:cxnChg chg="add mod">
          <ac:chgData name="Gowtham Chendra -X (gochendr - HCL TECHNOLOGIES LIMITED at Cisco)" userId="885f62fd-8353-4577-9590-c991b5b86484" providerId="ADAL" clId="{A615A398-BD96-4FFB-9757-B578A05B1E5D}" dt="2025-10-14T06:54:22.320" v="5225" actId="14100"/>
          <ac:cxnSpMkLst>
            <pc:docMk/>
            <pc:sldMk cId="784202487" sldId="285"/>
            <ac:cxnSpMk id="26" creationId="{C3ED1E0F-1950-9303-CBF5-534EBB095331}"/>
          </ac:cxnSpMkLst>
        </pc:cxnChg>
        <pc:cxnChg chg="add mod">
          <ac:chgData name="Gowtham Chendra -X (gochendr - HCL TECHNOLOGIES LIMITED at Cisco)" userId="885f62fd-8353-4577-9590-c991b5b86484" providerId="ADAL" clId="{A615A398-BD96-4FFB-9757-B578A05B1E5D}" dt="2025-10-14T07:11:12.547" v="5467" actId="14100"/>
          <ac:cxnSpMkLst>
            <pc:docMk/>
            <pc:sldMk cId="784202487" sldId="285"/>
            <ac:cxnSpMk id="30" creationId="{05D74772-2E28-9795-5C8E-A101A7512EFC}"/>
          </ac:cxnSpMkLst>
        </pc:cxnChg>
        <pc:cxnChg chg="add mod">
          <ac:chgData name="Gowtham Chendra -X (gochendr - HCL TECHNOLOGIES LIMITED at Cisco)" userId="885f62fd-8353-4577-9590-c991b5b86484" providerId="ADAL" clId="{A615A398-BD96-4FFB-9757-B578A05B1E5D}" dt="2025-10-14T06:55:44.865" v="5233" actId="14100"/>
          <ac:cxnSpMkLst>
            <pc:docMk/>
            <pc:sldMk cId="784202487" sldId="285"/>
            <ac:cxnSpMk id="34" creationId="{F43D6EE6-F137-387A-F81F-3F057652CC39}"/>
          </ac:cxnSpMkLst>
        </pc:cxnChg>
        <pc:cxnChg chg="add mod">
          <ac:chgData name="Gowtham Chendra -X (gochendr - HCL TECHNOLOGIES LIMITED at Cisco)" userId="885f62fd-8353-4577-9590-c991b5b86484" providerId="ADAL" clId="{A615A398-BD96-4FFB-9757-B578A05B1E5D}" dt="2025-10-14T06:54:40.280" v="5228" actId="14100"/>
          <ac:cxnSpMkLst>
            <pc:docMk/>
            <pc:sldMk cId="784202487" sldId="285"/>
            <ac:cxnSpMk id="39" creationId="{0AF73CDA-908E-6AE3-C45E-6E869F411F33}"/>
          </ac:cxnSpMkLst>
        </pc:cxnChg>
        <pc:cxnChg chg="add mod">
          <ac:chgData name="Gowtham Chendra -X (gochendr - HCL TECHNOLOGIES LIMITED at Cisco)" userId="885f62fd-8353-4577-9590-c991b5b86484" providerId="ADAL" clId="{A615A398-BD96-4FFB-9757-B578A05B1E5D}" dt="2025-10-14T06:54:46.987" v="5229" actId="14100"/>
          <ac:cxnSpMkLst>
            <pc:docMk/>
            <pc:sldMk cId="784202487" sldId="285"/>
            <ac:cxnSpMk id="42" creationId="{89871503-52C7-1140-2573-420BAF4BCAE1}"/>
          </ac:cxnSpMkLst>
        </pc:cxnChg>
      </pc:sldChg>
      <pc:sldChg chg="addSp delSp modSp add mod delAnim modAnim">
        <pc:chgData name="Gowtham Chendra -X (gochendr - HCL TECHNOLOGIES LIMITED at Cisco)" userId="885f62fd-8353-4577-9590-c991b5b86484" providerId="ADAL" clId="{A615A398-BD96-4FFB-9757-B578A05B1E5D}" dt="2025-10-14T08:30:14.039" v="5562" actId="21"/>
        <pc:sldMkLst>
          <pc:docMk/>
          <pc:sldMk cId="1553425828" sldId="286"/>
        </pc:sldMkLst>
        <pc:spChg chg="add del mod">
          <ac:chgData name="Gowtham Chendra -X (gochendr - HCL TECHNOLOGIES LIMITED at Cisco)" userId="885f62fd-8353-4577-9590-c991b5b86484" providerId="ADAL" clId="{A615A398-BD96-4FFB-9757-B578A05B1E5D}" dt="2025-10-14T08:30:14.039" v="5562" actId="21"/>
          <ac:spMkLst>
            <pc:docMk/>
            <pc:sldMk cId="1553425828" sldId="286"/>
            <ac:spMk id="6" creationId="{BFEAB10D-62CA-B904-031C-AD7B3E0A8002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4T06:56:12.515" v="5247" actId="1035"/>
          <ac:spMkLst>
            <pc:docMk/>
            <pc:sldMk cId="1553425828" sldId="286"/>
            <ac:spMk id="9" creationId="{060FD2D5-1EA4-E466-14AC-FE058F4BFF4B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28:06.825" v="4858" actId="20577"/>
          <ac:spMkLst>
            <pc:docMk/>
            <pc:sldMk cId="1553425828" sldId="286"/>
            <ac:spMk id="45" creationId="{3FD9C8B3-9CF7-80AF-564F-A2694C073E8B}"/>
          </ac:spMkLst>
        </pc:spChg>
        <pc:cxnChg chg="mod">
          <ac:chgData name="Gowtham Chendra -X (gochendr - HCL TECHNOLOGIES LIMITED at Cisco)" userId="885f62fd-8353-4577-9590-c991b5b86484" providerId="ADAL" clId="{A615A398-BD96-4FFB-9757-B578A05B1E5D}" dt="2025-10-14T06:56:19.763" v="5248" actId="14100"/>
          <ac:cxnSpMkLst>
            <pc:docMk/>
            <pc:sldMk cId="1553425828" sldId="286"/>
            <ac:cxnSpMk id="26" creationId="{A6C6D4CC-074E-1B5C-939D-F4B93027ED22}"/>
          </ac:cxnSpMkLst>
        </pc:cxnChg>
        <pc:cxnChg chg="mod">
          <ac:chgData name="Gowtham Chendra -X (gochendr - HCL TECHNOLOGIES LIMITED at Cisco)" userId="885f62fd-8353-4577-9590-c991b5b86484" providerId="ADAL" clId="{A615A398-BD96-4FFB-9757-B578A05B1E5D}" dt="2025-10-14T07:10:05.085" v="5465" actId="14100"/>
          <ac:cxnSpMkLst>
            <pc:docMk/>
            <pc:sldMk cId="1553425828" sldId="286"/>
            <ac:cxnSpMk id="34" creationId="{3AF82345-A9AF-7588-8BEB-6CCAA33CE2B2}"/>
          </ac:cxnSpMkLst>
        </pc:cxnChg>
      </pc:sldChg>
      <pc:sldChg chg="delSp modSp add mod delAnim modAnim">
        <pc:chgData name="Gowtham Chendra -X (gochendr - HCL TECHNOLOGIES LIMITED at Cisco)" userId="885f62fd-8353-4577-9590-c991b5b86484" providerId="ADAL" clId="{A615A398-BD96-4FFB-9757-B578A05B1E5D}" dt="2025-10-14T07:02:23.008" v="5263" actId="14100"/>
        <pc:sldMkLst>
          <pc:docMk/>
          <pc:sldMk cId="1084332896" sldId="287"/>
        </pc:sldMkLst>
        <pc:spChg chg="mod">
          <ac:chgData name="Gowtham Chendra -X (gochendr - HCL TECHNOLOGIES LIMITED at Cisco)" userId="885f62fd-8353-4577-9590-c991b5b86484" providerId="ADAL" clId="{A615A398-BD96-4FFB-9757-B578A05B1E5D}" dt="2025-10-14T07:02:16.185" v="5262" actId="1035"/>
          <ac:spMkLst>
            <pc:docMk/>
            <pc:sldMk cId="1084332896" sldId="287"/>
            <ac:spMk id="9" creationId="{D28F6E03-B04D-F0F1-1098-2989B8ADBAFF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28:14.888" v="4867" actId="20577"/>
          <ac:spMkLst>
            <pc:docMk/>
            <pc:sldMk cId="1084332896" sldId="287"/>
            <ac:spMk id="45" creationId="{3E34E08E-452F-98F8-4396-A37CEAB4AF3F}"/>
          </ac:spMkLst>
        </pc:spChg>
        <pc:cxnChg chg="mod">
          <ac:chgData name="Gowtham Chendra -X (gochendr - HCL TECHNOLOGIES LIMITED at Cisco)" userId="885f62fd-8353-4577-9590-c991b5b86484" providerId="ADAL" clId="{A615A398-BD96-4FFB-9757-B578A05B1E5D}" dt="2025-10-14T07:02:23.008" v="5263" actId="14100"/>
          <ac:cxnSpMkLst>
            <pc:docMk/>
            <pc:sldMk cId="1084332896" sldId="287"/>
            <ac:cxnSpMk id="26" creationId="{3F8BDF9F-06E1-5FA2-7126-2DD4CCC5F0A7}"/>
          </ac:cxnSpMkLst>
        </pc:cxnChg>
      </pc:sldChg>
      <pc:sldChg chg="addSp modSp add mod modAnim">
        <pc:chgData name="Gowtham Chendra -X (gochendr - HCL TECHNOLOGIES LIMITED at Cisco)" userId="885f62fd-8353-4577-9590-c991b5b86484" providerId="ADAL" clId="{A615A398-BD96-4FFB-9757-B578A05B1E5D}" dt="2025-10-14T07:03:22.901" v="5280" actId="14100"/>
        <pc:sldMkLst>
          <pc:docMk/>
          <pc:sldMk cId="182219589" sldId="288"/>
        </pc:sldMkLst>
        <pc:spChg chg="mod">
          <ac:chgData name="Gowtham Chendra -X (gochendr - HCL TECHNOLOGIES LIMITED at Cisco)" userId="885f62fd-8353-4577-9590-c991b5b86484" providerId="ADAL" clId="{A615A398-BD96-4FFB-9757-B578A05B1E5D}" dt="2025-10-14T07:02:31.326" v="5277" actId="1035"/>
          <ac:spMkLst>
            <pc:docMk/>
            <pc:sldMk cId="182219589" sldId="288"/>
            <ac:spMk id="9" creationId="{691C3BC6-BEDD-21CC-BE58-AD3EAFE7EFA8}"/>
          </ac:spMkLst>
        </pc:spChg>
        <pc:spChg chg="add mod">
          <ac:chgData name="Gowtham Chendra -X (gochendr - HCL TECHNOLOGIES LIMITED at Cisco)" userId="885f62fd-8353-4577-9590-c991b5b86484" providerId="ADAL" clId="{A615A398-BD96-4FFB-9757-B578A05B1E5D}" dt="2025-10-12T12:42:04.047" v="1100" actId="1035"/>
          <ac:spMkLst>
            <pc:docMk/>
            <pc:sldMk cId="182219589" sldId="288"/>
            <ac:spMk id="13" creationId="{EE296DDC-F235-D81C-0E71-32ACE52D5994}"/>
          </ac:spMkLst>
        </pc:spChg>
        <pc:spChg chg="add mod">
          <ac:chgData name="Gowtham Chendra -X (gochendr - HCL TECHNOLOGIES LIMITED at Cisco)" userId="885f62fd-8353-4577-9590-c991b5b86484" providerId="ADAL" clId="{A615A398-BD96-4FFB-9757-B578A05B1E5D}" dt="2025-10-12T12:42:23.708" v="1142" actId="14100"/>
          <ac:spMkLst>
            <pc:docMk/>
            <pc:sldMk cId="182219589" sldId="288"/>
            <ac:spMk id="14" creationId="{2B45B649-AB3E-7299-D906-36C6EE9324A2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28:22.786" v="4876" actId="20577"/>
          <ac:spMkLst>
            <pc:docMk/>
            <pc:sldMk cId="182219589" sldId="288"/>
            <ac:spMk id="45" creationId="{F91D1120-0724-6248-B952-1017B814998B}"/>
          </ac:spMkLst>
        </pc:spChg>
        <pc:cxnChg chg="add mod">
          <ac:chgData name="Gowtham Chendra -X (gochendr - HCL TECHNOLOGIES LIMITED at Cisco)" userId="885f62fd-8353-4577-9590-c991b5b86484" providerId="ADAL" clId="{A615A398-BD96-4FFB-9757-B578A05B1E5D}" dt="2025-10-14T07:03:22.901" v="5280" actId="14100"/>
          <ac:cxnSpMkLst>
            <pc:docMk/>
            <pc:sldMk cId="182219589" sldId="288"/>
            <ac:cxnSpMk id="4" creationId="{F26DF198-ECFA-690E-9A4F-97EBDAC7A679}"/>
          </ac:cxnSpMkLst>
        </pc:cxnChg>
        <pc:cxnChg chg="add mod">
          <ac:chgData name="Gowtham Chendra -X (gochendr - HCL TECHNOLOGIES LIMITED at Cisco)" userId="885f62fd-8353-4577-9590-c991b5b86484" providerId="ADAL" clId="{A615A398-BD96-4FFB-9757-B578A05B1E5D}" dt="2025-10-14T07:03:02.809" v="5279" actId="14100"/>
          <ac:cxnSpMkLst>
            <pc:docMk/>
            <pc:sldMk cId="182219589" sldId="288"/>
            <ac:cxnSpMk id="10" creationId="{540BB972-B395-DE49-D482-E18028DFE887}"/>
          </ac:cxnSpMkLst>
        </pc:cxnChg>
        <pc:cxnChg chg="mod">
          <ac:chgData name="Gowtham Chendra -X (gochendr - HCL TECHNOLOGIES LIMITED at Cisco)" userId="885f62fd-8353-4577-9590-c991b5b86484" providerId="ADAL" clId="{A615A398-BD96-4FFB-9757-B578A05B1E5D}" dt="2025-10-14T07:02:40.086" v="5278" actId="14100"/>
          <ac:cxnSpMkLst>
            <pc:docMk/>
            <pc:sldMk cId="182219589" sldId="288"/>
            <ac:cxnSpMk id="26" creationId="{F50616EF-DEC5-1DC2-3AED-23CE0CA51A43}"/>
          </ac:cxnSpMkLst>
        </pc:cxnChg>
      </pc:sldChg>
      <pc:sldChg chg="delSp modSp add mod delAnim">
        <pc:chgData name="Gowtham Chendra -X (gochendr - HCL TECHNOLOGIES LIMITED at Cisco)" userId="885f62fd-8353-4577-9590-c991b5b86484" providerId="ADAL" clId="{A615A398-BD96-4FFB-9757-B578A05B1E5D}" dt="2025-10-14T07:03:34.458" v="5294" actId="1035"/>
        <pc:sldMkLst>
          <pc:docMk/>
          <pc:sldMk cId="3505155496" sldId="289"/>
        </pc:sldMkLst>
        <pc:spChg chg="mod">
          <ac:chgData name="Gowtham Chendra -X (gochendr - HCL TECHNOLOGIES LIMITED at Cisco)" userId="885f62fd-8353-4577-9590-c991b5b86484" providerId="ADAL" clId="{A615A398-BD96-4FFB-9757-B578A05B1E5D}" dt="2025-10-14T07:03:34.458" v="5294" actId="1035"/>
          <ac:spMkLst>
            <pc:docMk/>
            <pc:sldMk cId="3505155496" sldId="289"/>
            <ac:spMk id="9" creationId="{7DE2D147-0E79-333A-84C9-984AB3B35FDF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28:31.706" v="4885" actId="20577"/>
          <ac:spMkLst>
            <pc:docMk/>
            <pc:sldMk cId="3505155496" sldId="289"/>
            <ac:spMk id="45" creationId="{8F492647-CBF3-8205-08FD-91F30DB757C9}"/>
          </ac:spMkLst>
        </pc:spChg>
      </pc:sldChg>
      <pc:sldChg chg="addSp modSp add mod modAnim">
        <pc:chgData name="Gowtham Chendra -X (gochendr - HCL TECHNOLOGIES LIMITED at Cisco)" userId="885f62fd-8353-4577-9590-c991b5b86484" providerId="ADAL" clId="{A615A398-BD96-4FFB-9757-B578A05B1E5D}" dt="2025-10-14T07:03:58.692" v="5308" actId="14100"/>
        <pc:sldMkLst>
          <pc:docMk/>
          <pc:sldMk cId="789719626" sldId="290"/>
        </pc:sldMkLst>
        <pc:spChg chg="add mod">
          <ac:chgData name="Gowtham Chendra -X (gochendr - HCL TECHNOLOGIES LIMITED at Cisco)" userId="885f62fd-8353-4577-9590-c991b5b86484" providerId="ADAL" clId="{A615A398-BD96-4FFB-9757-B578A05B1E5D}" dt="2025-10-12T14:50:06.750" v="3931" actId="14100"/>
          <ac:spMkLst>
            <pc:docMk/>
            <pc:sldMk cId="789719626" sldId="290"/>
            <ac:spMk id="2" creationId="{F2E7E772-9CE9-8459-6215-660F3CCFC20A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4T07:03:52.122" v="5307" actId="1035"/>
          <ac:spMkLst>
            <pc:docMk/>
            <pc:sldMk cId="789719626" sldId="290"/>
            <ac:spMk id="9" creationId="{4B0F0974-1A43-4296-D513-F32D42D555E2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29:10.397" v="4904"/>
          <ac:spMkLst>
            <pc:docMk/>
            <pc:sldMk cId="789719626" sldId="290"/>
            <ac:spMk id="45" creationId="{500B752A-4890-517D-3E8F-31AAA825631E}"/>
          </ac:spMkLst>
        </pc:spChg>
        <pc:cxnChg chg="add mod">
          <ac:chgData name="Gowtham Chendra -X (gochendr - HCL TECHNOLOGIES LIMITED at Cisco)" userId="885f62fd-8353-4577-9590-c991b5b86484" providerId="ADAL" clId="{A615A398-BD96-4FFB-9757-B578A05B1E5D}" dt="2025-10-14T07:03:58.692" v="5308" actId="14100"/>
          <ac:cxnSpMkLst>
            <pc:docMk/>
            <pc:sldMk cId="789719626" sldId="290"/>
            <ac:cxnSpMk id="4" creationId="{E1B83D1A-E577-6498-267C-BA9B7D3B254E}"/>
          </ac:cxnSpMkLst>
        </pc:cxnChg>
      </pc:sldChg>
      <pc:sldChg chg="addSp delSp modSp add mod modAnim">
        <pc:chgData name="Gowtham Chendra -X (gochendr - HCL TECHNOLOGIES LIMITED at Cisco)" userId="885f62fd-8353-4577-9590-c991b5b86484" providerId="ADAL" clId="{A615A398-BD96-4FFB-9757-B578A05B1E5D}" dt="2025-10-14T07:04:16.879" v="5324" actId="14100"/>
        <pc:sldMkLst>
          <pc:docMk/>
          <pc:sldMk cId="1532790954" sldId="291"/>
        </pc:sldMkLst>
        <pc:spChg chg="mod">
          <ac:chgData name="Gowtham Chendra -X (gochendr - HCL TECHNOLOGIES LIMITED at Cisco)" userId="885f62fd-8353-4577-9590-c991b5b86484" providerId="ADAL" clId="{A615A398-BD96-4FFB-9757-B578A05B1E5D}" dt="2025-10-14T07:04:06.988" v="5322" actId="1035"/>
          <ac:spMkLst>
            <pc:docMk/>
            <pc:sldMk cId="1532790954" sldId="291"/>
            <ac:spMk id="9" creationId="{82F900A5-1C0F-A606-D4E1-94B28EAE2486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29:25.517" v="4927" actId="20577"/>
          <ac:spMkLst>
            <pc:docMk/>
            <pc:sldMk cId="1532790954" sldId="291"/>
            <ac:spMk id="45" creationId="{782E5E7E-FA6C-8BFC-296C-2E20ED51BD6E}"/>
          </ac:spMkLst>
        </pc:spChg>
        <pc:cxnChg chg="mod">
          <ac:chgData name="Gowtham Chendra -X (gochendr - HCL TECHNOLOGIES LIMITED at Cisco)" userId="885f62fd-8353-4577-9590-c991b5b86484" providerId="ADAL" clId="{A615A398-BD96-4FFB-9757-B578A05B1E5D}" dt="2025-10-14T07:04:13.685" v="5323" actId="14100"/>
          <ac:cxnSpMkLst>
            <pc:docMk/>
            <pc:sldMk cId="1532790954" sldId="291"/>
            <ac:cxnSpMk id="4" creationId="{73EF0ECB-52EC-D883-3432-DDF5B56236E2}"/>
          </ac:cxnSpMkLst>
        </pc:cxnChg>
        <pc:cxnChg chg="add mod">
          <ac:chgData name="Gowtham Chendra -X (gochendr - HCL TECHNOLOGIES LIMITED at Cisco)" userId="885f62fd-8353-4577-9590-c991b5b86484" providerId="ADAL" clId="{A615A398-BD96-4FFB-9757-B578A05B1E5D}" dt="2025-10-14T07:04:16.879" v="5324" actId="14100"/>
          <ac:cxnSpMkLst>
            <pc:docMk/>
            <pc:sldMk cId="1532790954" sldId="291"/>
            <ac:cxnSpMk id="6" creationId="{CD550140-25CF-A51E-1BE8-EF50FF997CB5}"/>
          </ac:cxnSpMkLst>
        </pc:cxnChg>
      </pc:sldChg>
      <pc:sldChg chg="addSp delSp modSp add mod delAnim modAnim">
        <pc:chgData name="Gowtham Chendra -X (gochendr - HCL TECHNOLOGIES LIMITED at Cisco)" userId="885f62fd-8353-4577-9590-c991b5b86484" providerId="ADAL" clId="{A615A398-BD96-4FFB-9757-B578A05B1E5D}" dt="2025-10-14T07:04:40.652" v="5341" actId="14100"/>
        <pc:sldMkLst>
          <pc:docMk/>
          <pc:sldMk cId="1292433864" sldId="292"/>
        </pc:sldMkLst>
        <pc:spChg chg="mod">
          <ac:chgData name="Gowtham Chendra -X (gochendr - HCL TECHNOLOGIES LIMITED at Cisco)" userId="885f62fd-8353-4577-9590-c991b5b86484" providerId="ADAL" clId="{A615A398-BD96-4FFB-9757-B578A05B1E5D}" dt="2025-10-14T07:04:27.564" v="5338" actId="1035"/>
          <ac:spMkLst>
            <pc:docMk/>
            <pc:sldMk cId="1292433864" sldId="292"/>
            <ac:spMk id="9" creationId="{0ABF20CF-AAC7-6A85-9DA9-E84EA4A58F57}"/>
          </ac:spMkLst>
        </pc:spChg>
        <pc:spChg chg="add">
          <ac:chgData name="Gowtham Chendra -X (gochendr - HCL TECHNOLOGIES LIMITED at Cisco)" userId="885f62fd-8353-4577-9590-c991b5b86484" providerId="ADAL" clId="{A615A398-BD96-4FFB-9757-B578A05B1E5D}" dt="2025-10-12T12:50:11.177" v="1230" actId="11529"/>
          <ac:spMkLst>
            <pc:docMk/>
            <pc:sldMk cId="1292433864" sldId="292"/>
            <ac:spMk id="13" creationId="{DA1A9167-2BDB-155D-C161-270FDCC33EAD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29:36.841" v="4946" actId="20577"/>
          <ac:spMkLst>
            <pc:docMk/>
            <pc:sldMk cId="1292433864" sldId="292"/>
            <ac:spMk id="45" creationId="{D7ECF176-8837-3F88-49F0-2AE7ADADA1DF}"/>
          </ac:spMkLst>
        </pc:spChg>
        <pc:cxnChg chg="mod">
          <ac:chgData name="Gowtham Chendra -X (gochendr - HCL TECHNOLOGIES LIMITED at Cisco)" userId="885f62fd-8353-4577-9590-c991b5b86484" providerId="ADAL" clId="{A615A398-BD96-4FFB-9757-B578A05B1E5D}" dt="2025-10-14T07:04:33.835" v="5339" actId="14100"/>
          <ac:cxnSpMkLst>
            <pc:docMk/>
            <pc:sldMk cId="1292433864" sldId="292"/>
            <ac:cxnSpMk id="4" creationId="{D3840E1B-2264-0757-2760-B226AECC4B91}"/>
          </ac:cxnSpMkLst>
        </pc:cxnChg>
        <pc:cxnChg chg="mod">
          <ac:chgData name="Gowtham Chendra -X (gochendr - HCL TECHNOLOGIES LIMITED at Cisco)" userId="885f62fd-8353-4577-9590-c991b5b86484" providerId="ADAL" clId="{A615A398-BD96-4FFB-9757-B578A05B1E5D}" dt="2025-10-14T07:04:40.652" v="5341" actId="14100"/>
          <ac:cxnSpMkLst>
            <pc:docMk/>
            <pc:sldMk cId="1292433864" sldId="292"/>
            <ac:cxnSpMk id="6" creationId="{439BF9C8-86BE-D7B3-41F5-D6C46C2C5DB2}"/>
          </ac:cxnSpMkLst>
        </pc:cxnChg>
        <pc:cxnChg chg="add mod">
          <ac:chgData name="Gowtham Chendra -X (gochendr - HCL TECHNOLOGIES LIMITED at Cisco)" userId="885f62fd-8353-4577-9590-c991b5b86484" providerId="ADAL" clId="{A615A398-BD96-4FFB-9757-B578A05B1E5D}" dt="2025-10-14T07:04:37.225" v="5340" actId="14100"/>
          <ac:cxnSpMkLst>
            <pc:docMk/>
            <pc:sldMk cId="1292433864" sldId="292"/>
            <ac:cxnSpMk id="7" creationId="{B1BCB63F-5976-968D-2625-AE015B42411C}"/>
          </ac:cxnSpMkLst>
        </pc:cxnChg>
      </pc:sldChg>
      <pc:sldChg chg="delSp modSp add mod delAnim modAnim">
        <pc:chgData name="Gowtham Chendra -X (gochendr - HCL TECHNOLOGIES LIMITED at Cisco)" userId="885f62fd-8353-4577-9590-c991b5b86484" providerId="ADAL" clId="{A615A398-BD96-4FFB-9757-B578A05B1E5D}" dt="2025-10-14T07:04:59.338" v="5358" actId="14100"/>
        <pc:sldMkLst>
          <pc:docMk/>
          <pc:sldMk cId="2452308153" sldId="293"/>
        </pc:sldMkLst>
        <pc:spChg chg="mod">
          <ac:chgData name="Gowtham Chendra -X (gochendr - HCL TECHNOLOGIES LIMITED at Cisco)" userId="885f62fd-8353-4577-9590-c991b5b86484" providerId="ADAL" clId="{A615A398-BD96-4FFB-9757-B578A05B1E5D}" dt="2025-10-14T07:04:47.713" v="5355" actId="1035"/>
          <ac:spMkLst>
            <pc:docMk/>
            <pc:sldMk cId="2452308153" sldId="293"/>
            <ac:spMk id="9" creationId="{9BB250D6-1E74-783D-778F-82364CD464C5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29:49.680" v="4970" actId="20577"/>
          <ac:spMkLst>
            <pc:docMk/>
            <pc:sldMk cId="2452308153" sldId="293"/>
            <ac:spMk id="45" creationId="{CD7BEB10-CFDB-2479-6395-3181B24BC4C4}"/>
          </ac:spMkLst>
        </pc:spChg>
        <pc:cxnChg chg="mod">
          <ac:chgData name="Gowtham Chendra -X (gochendr - HCL TECHNOLOGIES LIMITED at Cisco)" userId="885f62fd-8353-4577-9590-c991b5b86484" providerId="ADAL" clId="{A615A398-BD96-4FFB-9757-B578A05B1E5D}" dt="2025-10-14T07:04:52.288" v="5356" actId="14100"/>
          <ac:cxnSpMkLst>
            <pc:docMk/>
            <pc:sldMk cId="2452308153" sldId="293"/>
            <ac:cxnSpMk id="4" creationId="{91B62C41-1598-70C3-18AB-B02452804D23}"/>
          </ac:cxnSpMkLst>
        </pc:cxnChg>
        <pc:cxnChg chg="mod">
          <ac:chgData name="Gowtham Chendra -X (gochendr - HCL TECHNOLOGIES LIMITED at Cisco)" userId="885f62fd-8353-4577-9590-c991b5b86484" providerId="ADAL" clId="{A615A398-BD96-4FFB-9757-B578A05B1E5D}" dt="2025-10-14T07:04:59.338" v="5358" actId="14100"/>
          <ac:cxnSpMkLst>
            <pc:docMk/>
            <pc:sldMk cId="2452308153" sldId="293"/>
            <ac:cxnSpMk id="6" creationId="{8D71DFDD-44FD-A48E-3B89-AAC967037ED0}"/>
          </ac:cxnSpMkLst>
        </pc:cxnChg>
        <pc:cxnChg chg="mod">
          <ac:chgData name="Gowtham Chendra -X (gochendr - HCL TECHNOLOGIES LIMITED at Cisco)" userId="885f62fd-8353-4577-9590-c991b5b86484" providerId="ADAL" clId="{A615A398-BD96-4FFB-9757-B578A05B1E5D}" dt="2025-10-14T07:04:55.650" v="5357" actId="14100"/>
          <ac:cxnSpMkLst>
            <pc:docMk/>
            <pc:sldMk cId="2452308153" sldId="293"/>
            <ac:cxnSpMk id="7" creationId="{70CF92D4-7F1A-FB2B-23C1-8A9E012D0E8D}"/>
          </ac:cxnSpMkLst>
        </pc:cxnChg>
      </pc:sldChg>
      <pc:sldChg chg="addSp modSp add mod modAnim">
        <pc:chgData name="Gowtham Chendra -X (gochendr - HCL TECHNOLOGIES LIMITED at Cisco)" userId="885f62fd-8353-4577-9590-c991b5b86484" providerId="ADAL" clId="{A615A398-BD96-4FFB-9757-B578A05B1E5D}" dt="2025-10-14T07:05:22.904" v="5381" actId="14100"/>
        <pc:sldMkLst>
          <pc:docMk/>
          <pc:sldMk cId="4154081652" sldId="294"/>
        </pc:sldMkLst>
        <pc:spChg chg="mod">
          <ac:chgData name="Gowtham Chendra -X (gochendr - HCL TECHNOLOGIES LIMITED at Cisco)" userId="885f62fd-8353-4577-9590-c991b5b86484" providerId="ADAL" clId="{A615A398-BD96-4FFB-9757-B578A05B1E5D}" dt="2025-10-14T07:05:07.783" v="5377" actId="1036"/>
          <ac:spMkLst>
            <pc:docMk/>
            <pc:sldMk cId="4154081652" sldId="294"/>
            <ac:spMk id="9" creationId="{CC95763C-E22C-AB63-AB6A-6B4673A36D3D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30:02.299" v="4990" actId="20577"/>
          <ac:spMkLst>
            <pc:docMk/>
            <pc:sldMk cId="4154081652" sldId="294"/>
            <ac:spMk id="45" creationId="{2B31F967-37C1-0783-0847-575F9BD9CD17}"/>
          </ac:spMkLst>
        </pc:spChg>
        <pc:cxnChg chg="mod">
          <ac:chgData name="Gowtham Chendra -X (gochendr - HCL TECHNOLOGIES LIMITED at Cisco)" userId="885f62fd-8353-4577-9590-c991b5b86484" providerId="ADAL" clId="{A615A398-BD96-4FFB-9757-B578A05B1E5D}" dt="2025-10-14T07:05:12.754" v="5378" actId="14100"/>
          <ac:cxnSpMkLst>
            <pc:docMk/>
            <pc:sldMk cId="4154081652" sldId="294"/>
            <ac:cxnSpMk id="4" creationId="{4317B841-A541-2EE0-B672-14D3CD8DF42B}"/>
          </ac:cxnSpMkLst>
        </pc:cxnChg>
        <pc:cxnChg chg="mod">
          <ac:chgData name="Gowtham Chendra -X (gochendr - HCL TECHNOLOGIES LIMITED at Cisco)" userId="885f62fd-8353-4577-9590-c991b5b86484" providerId="ADAL" clId="{A615A398-BD96-4FFB-9757-B578A05B1E5D}" dt="2025-10-14T07:05:16.807" v="5379" actId="14100"/>
          <ac:cxnSpMkLst>
            <pc:docMk/>
            <pc:sldMk cId="4154081652" sldId="294"/>
            <ac:cxnSpMk id="6" creationId="{902CB452-49CB-46A5-5F77-5F1AD7860851}"/>
          </ac:cxnSpMkLst>
        </pc:cxnChg>
        <pc:cxnChg chg="mod">
          <ac:chgData name="Gowtham Chendra -X (gochendr - HCL TECHNOLOGIES LIMITED at Cisco)" userId="885f62fd-8353-4577-9590-c991b5b86484" providerId="ADAL" clId="{A615A398-BD96-4FFB-9757-B578A05B1E5D}" dt="2025-10-14T07:05:19.809" v="5380" actId="14100"/>
          <ac:cxnSpMkLst>
            <pc:docMk/>
            <pc:sldMk cId="4154081652" sldId="294"/>
            <ac:cxnSpMk id="7" creationId="{764D8ABF-910A-3F0D-421C-F86EAE8F152F}"/>
          </ac:cxnSpMkLst>
        </pc:cxnChg>
        <pc:cxnChg chg="add mod">
          <ac:chgData name="Gowtham Chendra -X (gochendr - HCL TECHNOLOGIES LIMITED at Cisco)" userId="885f62fd-8353-4577-9590-c991b5b86484" providerId="ADAL" clId="{A615A398-BD96-4FFB-9757-B578A05B1E5D}" dt="2025-10-14T07:05:22.904" v="5381" actId="14100"/>
          <ac:cxnSpMkLst>
            <pc:docMk/>
            <pc:sldMk cId="4154081652" sldId="294"/>
            <ac:cxnSpMk id="10" creationId="{55FEA945-E930-E62E-27F3-32E222F3459E}"/>
          </ac:cxnSpMkLst>
        </pc:cxnChg>
      </pc:sldChg>
      <pc:sldChg chg="addSp delSp modSp add mod addAnim delAnim modAnim">
        <pc:chgData name="Gowtham Chendra -X (gochendr - HCL TECHNOLOGIES LIMITED at Cisco)" userId="885f62fd-8353-4577-9590-c991b5b86484" providerId="ADAL" clId="{A615A398-BD96-4FFB-9757-B578A05B1E5D}" dt="2025-10-14T07:09:12.625" v="5449" actId="14100"/>
        <pc:sldMkLst>
          <pc:docMk/>
          <pc:sldMk cId="930265113" sldId="295"/>
        </pc:sldMkLst>
        <pc:spChg chg="mod">
          <ac:chgData name="Gowtham Chendra -X (gochendr - HCL TECHNOLOGIES LIMITED at Cisco)" userId="885f62fd-8353-4577-9590-c991b5b86484" providerId="ADAL" clId="{A615A398-BD96-4FFB-9757-B578A05B1E5D}" dt="2025-10-14T07:05:30.013" v="5395" actId="1035"/>
          <ac:spMkLst>
            <pc:docMk/>
            <pc:sldMk cId="930265113" sldId="295"/>
            <ac:spMk id="9" creationId="{89F9020C-9721-1FFF-004F-144FD70885AF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30:24.235" v="5035" actId="20577"/>
          <ac:spMkLst>
            <pc:docMk/>
            <pc:sldMk cId="930265113" sldId="295"/>
            <ac:spMk id="45" creationId="{7BBCA5E7-D956-F632-FC3A-AF5D20F8BCD1}"/>
          </ac:spMkLst>
        </pc:spChg>
        <pc:picChg chg="mod">
          <ac:chgData name="Gowtham Chendra -X (gochendr - HCL TECHNOLOGIES LIMITED at Cisco)" userId="885f62fd-8353-4577-9590-c991b5b86484" providerId="ADAL" clId="{A615A398-BD96-4FFB-9757-B578A05B1E5D}" dt="2025-10-14T07:06:07.977" v="5401" actId="1076"/>
          <ac:picMkLst>
            <pc:docMk/>
            <pc:sldMk cId="930265113" sldId="295"/>
            <ac:picMk id="5" creationId="{23E67AC4-25F1-E442-D04F-CD8902906A22}"/>
          </ac:picMkLst>
        </pc:picChg>
        <pc:cxnChg chg="mod">
          <ac:chgData name="Gowtham Chendra -X (gochendr - HCL TECHNOLOGIES LIMITED at Cisco)" userId="885f62fd-8353-4577-9590-c991b5b86484" providerId="ADAL" clId="{A615A398-BD96-4FFB-9757-B578A05B1E5D}" dt="2025-10-14T07:05:35.910" v="5396" actId="14100"/>
          <ac:cxnSpMkLst>
            <pc:docMk/>
            <pc:sldMk cId="930265113" sldId="295"/>
            <ac:cxnSpMk id="4" creationId="{52B6CCB1-DC7C-0620-791F-07C798993AAF}"/>
          </ac:cxnSpMkLst>
        </pc:cxnChg>
        <pc:cxnChg chg="add del mod">
          <ac:chgData name="Gowtham Chendra -X (gochendr - HCL TECHNOLOGIES LIMITED at Cisco)" userId="885f62fd-8353-4577-9590-c991b5b86484" providerId="ADAL" clId="{A615A398-BD96-4FFB-9757-B578A05B1E5D}" dt="2025-10-14T07:09:12.625" v="5449" actId="14100"/>
          <ac:cxnSpMkLst>
            <pc:docMk/>
            <pc:sldMk cId="930265113" sldId="295"/>
            <ac:cxnSpMk id="6" creationId="{2521A9EB-3278-61FF-8BD3-23463E2DDEF1}"/>
          </ac:cxnSpMkLst>
        </pc:cxnChg>
        <pc:cxnChg chg="mod">
          <ac:chgData name="Gowtham Chendra -X (gochendr - HCL TECHNOLOGIES LIMITED at Cisco)" userId="885f62fd-8353-4577-9590-c991b5b86484" providerId="ADAL" clId="{A615A398-BD96-4FFB-9757-B578A05B1E5D}" dt="2025-10-14T07:09:07.368" v="5448" actId="14100"/>
          <ac:cxnSpMkLst>
            <pc:docMk/>
            <pc:sldMk cId="930265113" sldId="295"/>
            <ac:cxnSpMk id="7" creationId="{7E45CD5F-4E64-FDDE-336B-8BEE4A0AB322}"/>
          </ac:cxnSpMkLst>
        </pc:cxnChg>
        <pc:cxnChg chg="mod">
          <ac:chgData name="Gowtham Chendra -X (gochendr - HCL TECHNOLOGIES LIMITED at Cisco)" userId="885f62fd-8353-4577-9590-c991b5b86484" providerId="ADAL" clId="{A615A398-BD96-4FFB-9757-B578A05B1E5D}" dt="2025-10-14T07:05:38.514" v="5397" actId="14100"/>
          <ac:cxnSpMkLst>
            <pc:docMk/>
            <pc:sldMk cId="930265113" sldId="295"/>
            <ac:cxnSpMk id="10" creationId="{3A0CB2A7-E7D2-AA61-D81F-234F0496B8DA}"/>
          </ac:cxnSpMkLst>
        </pc:cxnChg>
        <pc:cxnChg chg="add del mod">
          <ac:chgData name="Gowtham Chendra -X (gochendr - HCL TECHNOLOGIES LIMITED at Cisco)" userId="885f62fd-8353-4577-9590-c991b5b86484" providerId="ADAL" clId="{A615A398-BD96-4FFB-9757-B578A05B1E5D}" dt="2025-10-14T07:09:04.455" v="5446" actId="11529"/>
          <ac:cxnSpMkLst>
            <pc:docMk/>
            <pc:sldMk cId="930265113" sldId="295"/>
            <ac:cxnSpMk id="13" creationId="{FBE417DF-0F08-4F69-C6FC-51D8AD628C34}"/>
          </ac:cxnSpMkLst>
        </pc:cxnChg>
        <pc:cxnChg chg="add del mod">
          <ac:chgData name="Gowtham Chendra -X (gochendr - HCL TECHNOLOGIES LIMITED at Cisco)" userId="885f62fd-8353-4577-9590-c991b5b86484" providerId="ADAL" clId="{A615A398-BD96-4FFB-9757-B578A05B1E5D}" dt="2025-10-14T07:08:17.543" v="5432" actId="11529"/>
          <ac:cxnSpMkLst>
            <pc:docMk/>
            <pc:sldMk cId="930265113" sldId="295"/>
            <ac:cxnSpMk id="19" creationId="{76168A74-AB94-7FBD-B6C8-7AB40BA2561B}"/>
          </ac:cxnSpMkLst>
        </pc:cxnChg>
        <pc:cxnChg chg="add del mod">
          <ac:chgData name="Gowtham Chendra -X (gochendr - HCL TECHNOLOGIES LIMITED at Cisco)" userId="885f62fd-8353-4577-9590-c991b5b86484" providerId="ADAL" clId="{A615A398-BD96-4FFB-9757-B578A05B1E5D}" dt="2025-10-14T07:08:16.393" v="5429" actId="11529"/>
          <ac:cxnSpMkLst>
            <pc:docMk/>
            <pc:sldMk cId="930265113" sldId="295"/>
            <ac:cxnSpMk id="21" creationId="{076FEA94-48CA-509F-618E-617B9601E597}"/>
          </ac:cxnSpMkLst>
        </pc:cxnChg>
      </pc:sldChg>
      <pc:sldChg chg="addSp delSp modSp add mod delAnim">
        <pc:chgData name="Gowtham Chendra -X (gochendr - HCL TECHNOLOGIES LIMITED at Cisco)" userId="885f62fd-8353-4577-9590-c991b5b86484" providerId="ADAL" clId="{A615A398-BD96-4FFB-9757-B578A05B1E5D}" dt="2025-10-14T07:09:31.162" v="5464" actId="1035"/>
        <pc:sldMkLst>
          <pc:docMk/>
          <pc:sldMk cId="217670907" sldId="296"/>
        </pc:sldMkLst>
        <pc:spChg chg="mod">
          <ac:chgData name="Gowtham Chendra -X (gochendr - HCL TECHNOLOGIES LIMITED at Cisco)" userId="885f62fd-8353-4577-9590-c991b5b86484" providerId="ADAL" clId="{A615A398-BD96-4FFB-9757-B578A05B1E5D}" dt="2025-10-14T07:09:31.162" v="5464" actId="1035"/>
          <ac:spMkLst>
            <pc:docMk/>
            <pc:sldMk cId="217670907" sldId="296"/>
            <ac:spMk id="9" creationId="{A28C0B6F-8395-B83A-9A77-A6E564781BDD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30:35.208" v="5056" actId="20577"/>
          <ac:spMkLst>
            <pc:docMk/>
            <pc:sldMk cId="217670907" sldId="296"/>
            <ac:spMk id="45" creationId="{6F53F652-5BCD-DE63-9809-B3BDEB3C078A}"/>
          </ac:spMkLst>
        </pc:spChg>
        <pc:cxnChg chg="mod">
          <ac:chgData name="Gowtham Chendra -X (gochendr - HCL TECHNOLOGIES LIMITED at Cisco)" userId="885f62fd-8353-4577-9590-c991b5b86484" providerId="ADAL" clId="{A615A398-BD96-4FFB-9757-B578A05B1E5D}" dt="2025-10-14T07:09:31.162" v="5464" actId="1035"/>
          <ac:cxnSpMkLst>
            <pc:docMk/>
            <pc:sldMk cId="217670907" sldId="296"/>
            <ac:cxnSpMk id="4" creationId="{A0BD14A2-F0B1-01F8-2738-D2C47EC5E340}"/>
          </ac:cxnSpMkLst>
        </pc:cxnChg>
      </pc:sldChg>
      <pc:sldChg chg="delSp modSp add mod delAnim">
        <pc:chgData name="Gowtham Chendra -X (gochendr - HCL TECHNOLOGIES LIMITED at Cisco)" userId="885f62fd-8353-4577-9590-c991b5b86484" providerId="ADAL" clId="{A615A398-BD96-4FFB-9757-B578A05B1E5D}" dt="2025-10-13T02:30:46.093" v="5078" actId="20577"/>
        <pc:sldMkLst>
          <pc:docMk/>
          <pc:sldMk cId="2324863543" sldId="297"/>
        </pc:sldMkLst>
        <pc:spChg chg="mod">
          <ac:chgData name="Gowtham Chendra -X (gochendr - HCL TECHNOLOGIES LIMITED at Cisco)" userId="885f62fd-8353-4577-9590-c991b5b86484" providerId="ADAL" clId="{A615A398-BD96-4FFB-9757-B578A05B1E5D}" dt="2025-10-12T13:01:27.378" v="1324" actId="20577"/>
          <ac:spMkLst>
            <pc:docMk/>
            <pc:sldMk cId="2324863543" sldId="297"/>
            <ac:spMk id="9" creationId="{9B8C5004-F4D9-746B-2584-8A7E1DD59D39}"/>
          </ac:spMkLst>
        </pc:spChg>
        <pc:spChg chg="mod">
          <ac:chgData name="Gowtham Chendra -X (gochendr - HCL TECHNOLOGIES LIMITED at Cisco)" userId="885f62fd-8353-4577-9590-c991b5b86484" providerId="ADAL" clId="{A615A398-BD96-4FFB-9757-B578A05B1E5D}" dt="2025-10-13T02:30:46.093" v="5078" actId="20577"/>
          <ac:spMkLst>
            <pc:docMk/>
            <pc:sldMk cId="2324863543" sldId="297"/>
            <ac:spMk id="45" creationId="{EA1B678E-9F0B-345D-931B-F7B7E5BE425F}"/>
          </ac:spMkLst>
        </pc:spChg>
      </pc:sldChg>
      <pc:sldChg chg="addSp delSp modSp new mod modClrScheme chgLayout">
        <pc:chgData name="Gowtham Chendra -X (gochendr - HCL TECHNOLOGIES LIMITED at Cisco)" userId="885f62fd-8353-4577-9590-c991b5b86484" providerId="ADAL" clId="{A615A398-BD96-4FFB-9757-B578A05B1E5D}" dt="2025-10-14T11:58:48.407" v="5581"/>
        <pc:sldMkLst>
          <pc:docMk/>
          <pc:sldMk cId="1657941931" sldId="298"/>
        </pc:sldMkLst>
        <pc:spChg chg="del">
          <ac:chgData name="Gowtham Chendra -X (gochendr - HCL TECHNOLOGIES LIMITED at Cisco)" userId="885f62fd-8353-4577-9590-c991b5b86484" providerId="ADAL" clId="{A615A398-BD96-4FFB-9757-B578A05B1E5D}" dt="2025-10-14T11:58:23.922" v="5580" actId="700"/>
          <ac:spMkLst>
            <pc:docMk/>
            <pc:sldMk cId="1657941931" sldId="298"/>
            <ac:spMk id="2" creationId="{D86DB0D4-D7A8-A59E-A96D-04A40E7A390A}"/>
          </ac:spMkLst>
        </pc:spChg>
        <pc:picChg chg="add mod">
          <ac:chgData name="Gowtham Chendra -X (gochendr - HCL TECHNOLOGIES LIMITED at Cisco)" userId="885f62fd-8353-4577-9590-c991b5b86484" providerId="ADAL" clId="{A615A398-BD96-4FFB-9757-B578A05B1E5D}" dt="2025-10-14T11:58:48.407" v="5581"/>
          <ac:picMkLst>
            <pc:docMk/>
            <pc:sldMk cId="1657941931" sldId="298"/>
            <ac:picMk id="4" creationId="{D57C49B1-D6E8-04D6-2F02-1D82B1AA592E}"/>
          </ac:picMkLst>
        </pc:picChg>
      </pc:sldChg>
      <pc:sldChg chg="modSp add del mod">
        <pc:chgData name="Gowtham Chendra -X (gochendr - HCL TECHNOLOGIES LIMITED at Cisco)" userId="885f62fd-8353-4577-9590-c991b5b86484" providerId="ADAL" clId="{A615A398-BD96-4FFB-9757-B578A05B1E5D}" dt="2025-10-12T14:04:00.624" v="3254" actId="47"/>
        <pc:sldMkLst>
          <pc:docMk/>
          <pc:sldMk cId="3310350637" sldId="298"/>
        </pc:sldMkLst>
      </pc:sldChg>
      <pc:sldChg chg="add del">
        <pc:chgData name="Gowtham Chendra -X (gochendr - HCL TECHNOLOGIES LIMITED at Cisco)" userId="885f62fd-8353-4577-9590-c991b5b86484" providerId="ADAL" clId="{A615A398-BD96-4FFB-9757-B578A05B1E5D}" dt="2025-10-12T14:04:03.171" v="3255" actId="47"/>
        <pc:sldMkLst>
          <pc:docMk/>
          <pc:sldMk cId="1890677286" sldId="29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10/14/2025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10/14/2025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5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3D9E7-05C7-90D6-9456-D560C001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4204F-3EDB-7F87-D327-8B04E4D59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F63D5-72AE-CD33-4A9E-E5F32D3DB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9CD2-06C9-829D-FDF4-21529C04C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00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2A81-C4B0-1214-9FAB-4DAD7023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3B2DF-56C3-F360-2A6C-C4F7DD173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6DD34-4146-EFB1-B950-BD4E9271D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BB26C-FF93-DBB2-C612-4161C5B52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37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3496F-23AA-EE10-599E-FFEFF2AA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76C2F-629B-CABC-9973-6C2675B1C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8670D-7ED6-EB82-355C-00357E8BA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CA2B9-7662-7575-5EE0-BCFF496C6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74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CCE69-9851-2A6B-E000-1988BD6B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5C3A2-8AE1-6DFA-796E-E53460C37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59BE7-F373-034F-CC22-28D6AAFFB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71E19-E80C-2920-4CB7-8F6979DFA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40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BD25-1225-72B3-B178-888408D6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1799D-9977-7ED5-1181-192DBC747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C72DC-718F-F97D-F595-8A3A27122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92D5A-9F04-ECC1-5E3A-8B9F09AFB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05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A02E-C03F-27BB-374D-018F8280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1205F-76AE-A0A2-753D-A53415364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AF1AB-FE9B-6408-69F6-FEB6DACC7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229F1-6865-2DBF-6F36-2DE7F86FE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65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51519-6C2F-C4AF-8EB9-FDE43945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EE071-582A-1787-AA8D-FF9F5824E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E4A12-CAEB-C14A-B786-F2428BDAA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BCEF5-F3E8-134B-F5AB-950AC09A7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50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F3C5-1359-86C8-764C-1996C0C71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44EA1-2D4B-4EAA-8D69-9ED56FF0D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D7BE2-D731-F6B3-92EE-4EB9A7B7D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8F3BD-5D58-F66B-3014-357E75DB3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49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2ABFF-FEA9-6A48-7543-CE4AF5B0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77576-455B-7479-0CA4-45BC34E3B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6EDE8-3F5F-6313-8416-E0AB7A278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9B856-ED77-94FE-8A4E-553F52C7B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24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5C42D-EFC8-9A08-9C2F-AD7B7BF2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85C09-D840-3DEA-6F10-5EEF20B42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F79C5-2B0D-D288-F849-BCA28D387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D69B0-E17F-5821-FC42-53EDB5DA0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27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04366-9E3E-835F-1C6C-5BD9DF43B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120EC-3108-C9E0-00CF-235D5034D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5862A-D844-2FB2-ED0F-E848435C4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4BF0E-7ED2-CE9C-2094-D7E399B61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02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71120-CBF7-A710-BE4A-88712D46C1F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2375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1" y="2057400"/>
            <a:ext cx="9448801" cy="2667000"/>
          </a:xfrm>
        </p:spPr>
        <p:txBody>
          <a:bodyPr/>
          <a:lstStyle/>
          <a:p>
            <a:r>
              <a:rPr lang="en-US" sz="5300" dirty="0">
                <a:ln w="0"/>
                <a:latin typeface="Rockwell" panose="02060603020205020403" pitchFamily="18" charset="0"/>
              </a:rPr>
              <a:t>IoT Smart Home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4412" y="4800600"/>
            <a:ext cx="9143999" cy="1066800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						</a:t>
            </a:r>
            <a:r>
              <a:rPr lang="en-US" sz="2800" dirty="0">
                <a:solidFill>
                  <a:schemeClr val="tx1"/>
                </a:solidFill>
                <a:latin typeface="Footlight MT Light" panose="0204060206030A020304" pitchFamily="18" charset="0"/>
              </a:rPr>
              <a:t>Sushma </a:t>
            </a:r>
            <a:r>
              <a:rPr lang="en-US" sz="2800" dirty="0" err="1">
                <a:solidFill>
                  <a:schemeClr val="tx1"/>
                </a:solidFill>
                <a:latin typeface="Footlight MT Light" panose="0204060206030A020304" pitchFamily="18" charset="0"/>
              </a:rPr>
              <a:t>Mainampati</a:t>
            </a:r>
            <a:endParaRPr lang="en-US" sz="2800" dirty="0">
              <a:solidFill>
                <a:schemeClr val="tx1"/>
              </a:solidFill>
              <a:latin typeface="Footlight MT Light" panose="0204060206030A020304" pitchFamily="18" charset="0"/>
            </a:endParaRPr>
          </a:p>
          <a:p>
            <a:pPr algn="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Emp. ID: 108915821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	The IoT Smart Home Dashboard is a Java-based console application designed for managing smart home devices through a comprehensive command-line interface. Built with Java 21 and AWS DynamoDB Local, this application provides device control, user management, energy monitoring, and automation features. </a:t>
            </a: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C74938-7BC9-E4F9-D660-BEF6823CC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203330"/>
              </p:ext>
            </p:extLst>
          </p:nvPr>
        </p:nvGraphicFramePr>
        <p:xfrm>
          <a:off x="684212" y="1674346"/>
          <a:ext cx="10820401" cy="510745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27122">
                  <a:extLst>
                    <a:ext uri="{9D8B030D-6E8A-4147-A177-3AD203B41FA5}">
                      <a16:colId xmlns:a16="http://schemas.microsoft.com/office/drawing/2014/main" val="1187427577"/>
                    </a:ext>
                  </a:extLst>
                </a:gridCol>
                <a:gridCol w="2542388">
                  <a:extLst>
                    <a:ext uri="{9D8B030D-6E8A-4147-A177-3AD203B41FA5}">
                      <a16:colId xmlns:a16="http://schemas.microsoft.com/office/drawing/2014/main" val="2206043973"/>
                    </a:ext>
                  </a:extLst>
                </a:gridCol>
                <a:gridCol w="2440691">
                  <a:extLst>
                    <a:ext uri="{9D8B030D-6E8A-4147-A177-3AD203B41FA5}">
                      <a16:colId xmlns:a16="http://schemas.microsoft.com/office/drawing/2014/main" val="3932418276"/>
                    </a:ext>
                  </a:extLst>
                </a:gridCol>
                <a:gridCol w="2542388">
                  <a:extLst>
                    <a:ext uri="{9D8B030D-6E8A-4147-A177-3AD203B41FA5}">
                      <a16:colId xmlns:a16="http://schemas.microsoft.com/office/drawing/2014/main" val="2496187875"/>
                    </a:ext>
                  </a:extLst>
                </a:gridCol>
                <a:gridCol w="2449419">
                  <a:extLst>
                    <a:ext uri="{9D8B030D-6E8A-4147-A177-3AD203B41FA5}">
                      <a16:colId xmlns:a16="http://schemas.microsoft.com/office/drawing/2014/main" val="648925595"/>
                    </a:ext>
                  </a:extLst>
                </a:gridCol>
                <a:gridCol w="418393">
                  <a:extLst>
                    <a:ext uri="{9D8B030D-6E8A-4147-A177-3AD203B41FA5}">
                      <a16:colId xmlns:a16="http://schemas.microsoft.com/office/drawing/2014/main" val="3867956096"/>
                    </a:ext>
                  </a:extLst>
                </a:gridCol>
              </a:tblGrid>
              <a:tr h="1199239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solidFill>
                            <a:schemeClr val="accent5"/>
                          </a:solidFill>
                          <a:effectLst/>
                        </a:rPr>
                        <a:t>PRESENTATION LAYER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 Interface (CLI)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Smart Home Dashboard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540621"/>
                  </a:ext>
                </a:extLst>
              </a:tr>
              <a:tr h="292777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b="1" kern="100" dirty="0">
                          <a:solidFill>
                            <a:srgbClr val="FFC000"/>
                          </a:solidFill>
                          <a:effectLst/>
                        </a:rPr>
                        <a:t>SERVICE LAYER</a:t>
                      </a:r>
                    </a:p>
                  </a:txBody>
                  <a:tcPr marL="68580" marR="68580" marT="0" marB="0"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894640"/>
                  </a:ext>
                </a:extLst>
              </a:tr>
              <a:tr h="7448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</a:p>
                  </a:txBody>
                  <a:tcPr marL="68580" marR="68580" marT="0" marB="0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Smart Home Service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(Core Logic)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Timer Service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(Automation)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Calendar Service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(Events)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Energy Service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(Analytics)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673351"/>
                  </a:ext>
                </a:extLst>
              </a:tr>
              <a:tr h="292777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834111"/>
                  </a:ext>
                </a:extLst>
              </a:tr>
              <a:tr h="292777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solidFill>
                            <a:srgbClr val="00B050"/>
                          </a:solidFill>
                          <a:effectLst/>
                        </a:rPr>
                        <a:t>DOMAIN LAYER</a:t>
                      </a:r>
                    </a:p>
                  </a:txBody>
                  <a:tcPr marL="68580" marR="68580" marT="0" marB="0"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b="1" kern="100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610832"/>
                  </a:ext>
                </a:extLst>
              </a:tr>
              <a:tr h="11992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 Customer Entity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(User Data)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Gadget Entity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(IoT Device)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Device Permission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Entity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(Access Control)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Smart Alert Entity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(Notify)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967752"/>
                  </a:ext>
                </a:extLst>
              </a:tr>
              <a:tr h="292777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27263"/>
                  </a:ext>
                </a:extLst>
              </a:tr>
              <a:tr h="744888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solidFill>
                            <a:srgbClr val="0070C0"/>
                          </a:solidFill>
                          <a:effectLst/>
                        </a:rPr>
                        <a:t>INFRASTRUCTURE LAYER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AWS DynamoDB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35343"/>
                  </a:ext>
                </a:extLst>
              </a:tr>
            </a:tbl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1A9A4958-27F8-48FE-5953-4BF9CDC2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28968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132271-8218-3EA7-3E2D-D776BEB2FE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8C3387-D228-FA81-36F8-AFBE03094AE2}"/>
              </a:ext>
            </a:extLst>
          </p:cNvPr>
          <p:cNvSpPr/>
          <p:nvPr/>
        </p:nvSpPr>
        <p:spPr>
          <a:xfrm>
            <a:off x="227012" y="1219200"/>
            <a:ext cx="1676400" cy="5334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D0DFD6-2FF2-2155-41D5-0861373F5FE9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903412" y="1485900"/>
            <a:ext cx="3048000" cy="23463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C742050-D381-DFFC-E049-A809F3451323}"/>
              </a:ext>
            </a:extLst>
          </p:cNvPr>
          <p:cNvSpPr txBox="1"/>
          <p:nvPr/>
        </p:nvSpPr>
        <p:spPr>
          <a:xfrm>
            <a:off x="4951412" y="926473"/>
            <a:ext cx="6553200" cy="15881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 &amp; Access Management:</a:t>
            </a:r>
          </a:p>
          <a:p>
            <a:pPr>
              <a:lnSpc>
                <a:spcPct val="90000"/>
              </a:lnSpc>
            </a:pPr>
            <a:endParaRPr lang="en-US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/>
              <a:t>Password strength is enforced with a minimum length of 8 characters, requiring at least </a:t>
            </a:r>
            <a:r>
              <a:rPr lang="en-US" b="1" dirty="0"/>
              <a:t>one capital letter, one lowercase letter, one special character, and one number</a:t>
            </a:r>
            <a:r>
              <a:rPr lang="en-US" dirty="0"/>
              <a:t>. Sensitive data is secured through </a:t>
            </a:r>
            <a:r>
              <a:rPr lang="en-US" b="1" dirty="0" err="1">
                <a:solidFill>
                  <a:srgbClr val="00B0F0"/>
                </a:solidFill>
              </a:rPr>
              <a:t>Bcrypt</a:t>
            </a:r>
            <a:r>
              <a:rPr lang="en-US" dirty="0"/>
              <a:t> encryption.</a:t>
            </a:r>
            <a:endParaRPr lang="en-US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itle 44">
            <a:extLst>
              <a:ext uri="{FF2B5EF4-FFF2-40B4-BE49-F238E27FC236}">
                <a16:creationId xmlns:a16="http://schemas.microsoft.com/office/drawing/2014/main" id="{D4E7BCA4-D848-EE07-F85A-6F14DAA83662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230110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F315F-735A-F686-7540-8A2D0315C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09A526-D12E-BEA1-883A-90932805D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5DEA13-7194-8083-E164-FCB24A67EB5B}"/>
              </a:ext>
            </a:extLst>
          </p:cNvPr>
          <p:cNvSpPr/>
          <p:nvPr/>
        </p:nvSpPr>
        <p:spPr>
          <a:xfrm>
            <a:off x="227012" y="2057400"/>
            <a:ext cx="1828800" cy="5334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F12A91-BAC7-DD7C-92BA-8828F904659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055812" y="1486865"/>
            <a:ext cx="2895600" cy="83723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6142519-6A30-5895-B278-49E6A275A950}"/>
              </a:ext>
            </a:extLst>
          </p:cNvPr>
          <p:cNvSpPr txBox="1"/>
          <p:nvPr/>
        </p:nvSpPr>
        <p:spPr>
          <a:xfrm>
            <a:off x="4951412" y="914400"/>
            <a:ext cx="6553200" cy="11449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Device Management</a:t>
            </a: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90000"/>
              </a:lnSpc>
            </a:pPr>
            <a:endParaRPr lang="en-US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/>
              <a:t>Application offers the user to add new devices and individually monitor or control each device's ON/OFF state.</a:t>
            </a:r>
          </a:p>
        </p:txBody>
      </p:sp>
      <p:sp>
        <p:nvSpPr>
          <p:cNvPr id="3" name="Title 44">
            <a:extLst>
              <a:ext uri="{FF2B5EF4-FFF2-40B4-BE49-F238E27FC236}">
                <a16:creationId xmlns:a16="http://schemas.microsoft.com/office/drawing/2014/main" id="{0198EE45-ECF7-DEDA-F136-C57BA1AB4149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232983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5917-03E7-EE53-7771-7B1799B7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BC6AC4-528A-045E-26BC-5763B61B6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B4DB33-FDCD-6A70-3EA4-60B9D9299BAC}"/>
              </a:ext>
            </a:extLst>
          </p:cNvPr>
          <p:cNvSpPr/>
          <p:nvPr/>
        </p:nvSpPr>
        <p:spPr>
          <a:xfrm>
            <a:off x="209549" y="2895600"/>
            <a:ext cx="1828800" cy="2286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EE46D3-4CAB-4292-CFC7-90106B152EAC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038349" y="1514565"/>
            <a:ext cx="2913063" cy="149533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45C928-004A-37B5-CB77-B41C1281A6A1}"/>
              </a:ext>
            </a:extLst>
          </p:cNvPr>
          <p:cNvSpPr txBox="1"/>
          <p:nvPr/>
        </p:nvSpPr>
        <p:spPr>
          <a:xfrm>
            <a:off x="4951412" y="914400"/>
            <a:ext cx="65532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Manage User Groups</a:t>
            </a: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dirty="0"/>
          </a:p>
          <a:p>
            <a:pPr algn="just"/>
            <a:r>
              <a:rPr lang="en-US" dirty="0"/>
              <a:t>The application enables users to add or remove members and assign precise, device-specific controls to them.</a:t>
            </a:r>
          </a:p>
        </p:txBody>
      </p:sp>
      <p:sp>
        <p:nvSpPr>
          <p:cNvPr id="3" name="Title 44">
            <a:extLst>
              <a:ext uri="{FF2B5EF4-FFF2-40B4-BE49-F238E27FC236}">
                <a16:creationId xmlns:a16="http://schemas.microsoft.com/office/drawing/2014/main" id="{D47037A4-84AB-76A6-DD8E-333E2D32CD8A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241733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B0F2-51DD-E989-B276-167B66994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498104-9160-4793-C0F1-322042DAB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61FA51-23E2-64F9-51FC-32A181D11F97}"/>
              </a:ext>
            </a:extLst>
          </p:cNvPr>
          <p:cNvSpPr/>
          <p:nvPr/>
        </p:nvSpPr>
        <p:spPr>
          <a:xfrm>
            <a:off x="303212" y="3429000"/>
            <a:ext cx="2227263" cy="9144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9BF5B2-8083-1678-E22C-DB23BA058CD9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530475" y="2360950"/>
            <a:ext cx="2420937" cy="152525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C06FA-D033-7182-566B-02DD57C2D306}"/>
              </a:ext>
            </a:extLst>
          </p:cNvPr>
          <p:cNvSpPr txBox="1"/>
          <p:nvPr/>
        </p:nvSpPr>
        <p:spPr>
          <a:xfrm>
            <a:off x="4951412" y="914400"/>
            <a:ext cx="6553200" cy="28931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b="1" u="sng" dirty="0"/>
              <a:t>Automation and Scheduling</a:t>
            </a: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/>
              <a:t>This application offers comprehensive device management, including: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</a:rPr>
              <a:t>Energy Monitoring</a:t>
            </a:r>
            <a:r>
              <a:rPr lang="en-US" b="1" dirty="0"/>
              <a:t>:</a:t>
            </a:r>
            <a:r>
              <a:rPr lang="en-US" dirty="0"/>
              <a:t> Track individual device and total system energy consumption.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Scheduling</a:t>
            </a:r>
            <a:r>
              <a:rPr lang="en-US" b="1" dirty="0"/>
              <a:t>:</a:t>
            </a:r>
            <a:r>
              <a:rPr lang="en-US" dirty="0"/>
              <a:t> Create, manage, and view device operational schedules.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00"/>
                </a:solidFill>
              </a:rPr>
              <a:t>Smart Automation</a:t>
            </a:r>
            <a:r>
              <a:rPr lang="en-US" b="1" dirty="0"/>
              <a:t>:</a:t>
            </a:r>
            <a:r>
              <a:rPr lang="en-US" dirty="0"/>
              <a:t> Automate device states based on calendar events and weather conditions.</a:t>
            </a:r>
          </a:p>
        </p:txBody>
      </p:sp>
      <p:sp>
        <p:nvSpPr>
          <p:cNvPr id="4" name="Title 44">
            <a:extLst>
              <a:ext uri="{FF2B5EF4-FFF2-40B4-BE49-F238E27FC236}">
                <a16:creationId xmlns:a16="http://schemas.microsoft.com/office/drawing/2014/main" id="{18D9D39E-A787-FA62-E9C7-6E7827A2C8D7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398625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8F42-AC59-EED7-03C2-F4F0489E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0BAF6E-68BC-155D-B97C-D91BCCDC9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8CA6E2-FC4C-262E-0895-A9E507BFD400}"/>
              </a:ext>
            </a:extLst>
          </p:cNvPr>
          <p:cNvSpPr/>
          <p:nvPr/>
        </p:nvSpPr>
        <p:spPr>
          <a:xfrm>
            <a:off x="361949" y="4648200"/>
            <a:ext cx="2227263" cy="5334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618BF9-46CD-DE68-A96E-8754C3D0C618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589212" y="1708464"/>
            <a:ext cx="2362200" cy="320643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1F3F588-3A7B-37F2-41CE-62A83BFE5EDF}"/>
              </a:ext>
            </a:extLst>
          </p:cNvPr>
          <p:cNvSpPr txBox="1"/>
          <p:nvPr/>
        </p:nvSpPr>
        <p:spPr>
          <a:xfrm>
            <a:off x="4951412" y="914400"/>
            <a:ext cx="6553200" cy="15881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Smart Features: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 algn="just">
              <a:lnSpc>
                <a:spcPct val="90000"/>
              </a:lnSpc>
            </a:pPr>
            <a:r>
              <a:rPr lang="en-US" dirty="0"/>
              <a:t>For enhanced control, users can </a:t>
            </a:r>
            <a:r>
              <a:rPr lang="en-US" b="1" dirty="0">
                <a:solidFill>
                  <a:schemeClr val="accent1"/>
                </a:solidFill>
              </a:rPr>
              <a:t>group devices </a:t>
            </a:r>
            <a:r>
              <a:rPr lang="en-US" dirty="0"/>
              <a:t>and manage their ON/OFF states collectively. The application further offers simulated performance reports and comprehensive usage details for all connected devices.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87B1524B-2FEA-A448-42F8-DD131F053350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147338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D827-940F-4594-19E0-4CBB3356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55DBFC-8C22-F4C9-546D-7EEB993D9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873921-C3AF-1CE8-2431-946433AA8838}"/>
              </a:ext>
            </a:extLst>
          </p:cNvPr>
          <p:cNvSpPr/>
          <p:nvPr/>
        </p:nvSpPr>
        <p:spPr>
          <a:xfrm>
            <a:off x="361949" y="5486400"/>
            <a:ext cx="1389063" cy="762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459B8D-33C7-8585-97B6-9A60BDAB3047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1751012" y="1763864"/>
            <a:ext cx="3200400" cy="410353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D490C8-7B2F-569D-DEAC-A9CA6E5BD8B4}"/>
              </a:ext>
            </a:extLst>
          </p:cNvPr>
          <p:cNvSpPr txBox="1"/>
          <p:nvPr/>
        </p:nvSpPr>
        <p:spPr>
          <a:xfrm>
            <a:off x="4951412" y="914400"/>
            <a:ext cx="6553200" cy="16989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System Settings: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r>
              <a:rPr lang="en-US" dirty="0"/>
              <a:t>The application offers essential user controls: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Account Management</a:t>
            </a:r>
            <a:r>
              <a:rPr lang="en-US" b="1" dirty="0"/>
              <a:t>:</a:t>
            </a:r>
            <a:r>
              <a:rPr lang="en-US" dirty="0"/>
              <a:t> Edit profile and change password.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Interface Reset</a:t>
            </a:r>
            <a:r>
              <a:rPr lang="en-US" b="1" dirty="0"/>
              <a:t>:</a:t>
            </a:r>
            <a:r>
              <a:rPr lang="en-US" dirty="0"/>
              <a:t> Clear screen to wipe previous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00"/>
                </a:solidFill>
              </a:rPr>
              <a:t>Session Control:</a:t>
            </a:r>
            <a:r>
              <a:rPr lang="en-US" dirty="0">
                <a:solidFill>
                  <a:srgbClr val="FFFF00"/>
                </a:solidFill>
              </a:rPr>
              <a:t> </a:t>
            </a:r>
            <a:r>
              <a:rPr lang="en-US" dirty="0"/>
              <a:t>Securely sign out or exit the application.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E4954375-E9D1-F7C2-121E-FAA96CF1AD3F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297344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C8F8B-1452-BD41-E9DA-E85546086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EB8E96-968D-84B3-79C0-8663AB338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99C528-5D5A-AAA2-EDD1-03E17C8E9761}"/>
              </a:ext>
            </a:extLst>
          </p:cNvPr>
          <p:cNvSpPr txBox="1"/>
          <p:nvPr/>
        </p:nvSpPr>
        <p:spPr>
          <a:xfrm>
            <a:off x="4951412" y="914400"/>
            <a:ext cx="7086600" cy="25299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Responsibility Principle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Only handles user authentication/management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GadgetService</a:t>
            </a:r>
            <a:r>
              <a:rPr lang="en-US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handles device validation/creation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TimerService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Only handles scheduling operations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EnergyManagementService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Only handles energy calculations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9C78AAF-1370-CADC-B53A-813C51A26C51}"/>
              </a:ext>
            </a:extLst>
          </p:cNvPr>
          <p:cNvCxnSpPr>
            <a:cxnSpLocks/>
          </p:cNvCxnSpPr>
          <p:nvPr/>
        </p:nvCxnSpPr>
        <p:spPr>
          <a:xfrm flipH="1" flipV="1">
            <a:off x="2055812" y="1447800"/>
            <a:ext cx="2895600" cy="2286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ight Brace 3">
            <a:extLst>
              <a:ext uri="{FF2B5EF4-FFF2-40B4-BE49-F238E27FC236}">
                <a16:creationId xmlns:a16="http://schemas.microsoft.com/office/drawing/2014/main" id="{CFBC4FB8-401B-6C2E-DF9E-E50274AD42A4}"/>
              </a:ext>
            </a:extLst>
          </p:cNvPr>
          <p:cNvSpPr/>
          <p:nvPr/>
        </p:nvSpPr>
        <p:spPr>
          <a:xfrm>
            <a:off x="1827212" y="1219200"/>
            <a:ext cx="152400" cy="457200"/>
          </a:xfrm>
          <a:prstGeom prst="rightBrace">
            <a:avLst>
              <a:gd name="adj1" fmla="val 8333"/>
              <a:gd name="adj2" fmla="val 49375"/>
            </a:avLst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69DD11-8C3D-7280-3BF1-F7F18539B954}"/>
              </a:ext>
            </a:extLst>
          </p:cNvPr>
          <p:cNvCxnSpPr>
            <a:cxnSpLocks/>
          </p:cNvCxnSpPr>
          <p:nvPr/>
        </p:nvCxnSpPr>
        <p:spPr>
          <a:xfrm flipH="1">
            <a:off x="1827212" y="1676400"/>
            <a:ext cx="3124200" cy="13716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7A1218-58E7-A380-F123-8740EC6AC567}"/>
              </a:ext>
            </a:extLst>
          </p:cNvPr>
          <p:cNvCxnSpPr>
            <a:cxnSpLocks/>
          </p:cNvCxnSpPr>
          <p:nvPr/>
        </p:nvCxnSpPr>
        <p:spPr>
          <a:xfrm flipH="1">
            <a:off x="1751012" y="1676400"/>
            <a:ext cx="3200400" cy="38862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ED1E0F-1950-9303-CBF5-534EBB095331}"/>
              </a:ext>
            </a:extLst>
          </p:cNvPr>
          <p:cNvCxnSpPr>
            <a:cxnSpLocks/>
          </p:cNvCxnSpPr>
          <p:nvPr/>
        </p:nvCxnSpPr>
        <p:spPr>
          <a:xfrm flipH="1">
            <a:off x="1141412" y="1676400"/>
            <a:ext cx="3810000" cy="4292117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5D74772-2E28-9795-5C8E-A101A7512EFC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522414" y="2179362"/>
            <a:ext cx="3428998" cy="0"/>
          </a:xfrm>
          <a:prstGeom prst="straightConnector1">
            <a:avLst/>
          </a:prstGeom>
          <a:ln w="25400">
            <a:solidFill>
              <a:srgbClr val="FFFF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43D6EE6-F137-387A-F81F-3F057652CC39}"/>
              </a:ext>
            </a:extLst>
          </p:cNvPr>
          <p:cNvCxnSpPr>
            <a:cxnSpLocks/>
          </p:cNvCxnSpPr>
          <p:nvPr/>
        </p:nvCxnSpPr>
        <p:spPr>
          <a:xfrm flipH="1">
            <a:off x="2360612" y="2743200"/>
            <a:ext cx="2590800" cy="1066801"/>
          </a:xfrm>
          <a:prstGeom prst="straightConnector1">
            <a:avLst/>
          </a:prstGeom>
          <a:ln w="25400">
            <a:solidFill>
              <a:srgbClr val="00B05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ight Brace 36">
            <a:extLst>
              <a:ext uri="{FF2B5EF4-FFF2-40B4-BE49-F238E27FC236}">
                <a16:creationId xmlns:a16="http://schemas.microsoft.com/office/drawing/2014/main" id="{1CFACAF0-036C-28D1-C0B7-017657EF55E9}"/>
              </a:ext>
            </a:extLst>
          </p:cNvPr>
          <p:cNvSpPr/>
          <p:nvPr/>
        </p:nvSpPr>
        <p:spPr>
          <a:xfrm>
            <a:off x="2132012" y="3631141"/>
            <a:ext cx="152400" cy="331259"/>
          </a:xfrm>
          <a:prstGeom prst="rightBrace">
            <a:avLst>
              <a:gd name="adj1" fmla="val 8333"/>
              <a:gd name="adj2" fmla="val 49375"/>
            </a:avLst>
          </a:prstGeom>
          <a:ln w="25400">
            <a:solidFill>
              <a:srgbClr val="00B05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AF73CDA-908E-6AE3-C45E-6E869F411F33}"/>
              </a:ext>
            </a:extLst>
          </p:cNvPr>
          <p:cNvCxnSpPr>
            <a:cxnSpLocks/>
          </p:cNvCxnSpPr>
          <p:nvPr/>
        </p:nvCxnSpPr>
        <p:spPr>
          <a:xfrm flipH="1">
            <a:off x="2360612" y="3276600"/>
            <a:ext cx="2590800" cy="285220"/>
          </a:xfrm>
          <a:prstGeom prst="straightConnector1">
            <a:avLst/>
          </a:prstGeom>
          <a:ln w="25400">
            <a:solidFill>
              <a:srgbClr val="FF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9871503-52C7-1140-2573-420BAF4BCAE1}"/>
              </a:ext>
            </a:extLst>
          </p:cNvPr>
          <p:cNvCxnSpPr>
            <a:cxnSpLocks/>
          </p:cNvCxnSpPr>
          <p:nvPr/>
        </p:nvCxnSpPr>
        <p:spPr>
          <a:xfrm flipH="1">
            <a:off x="2436812" y="3276600"/>
            <a:ext cx="2514600" cy="1810281"/>
          </a:xfrm>
          <a:prstGeom prst="straightConnector1">
            <a:avLst/>
          </a:prstGeom>
          <a:ln w="25400">
            <a:solidFill>
              <a:srgbClr val="FF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44">
            <a:extLst>
              <a:ext uri="{FF2B5EF4-FFF2-40B4-BE49-F238E27FC236}">
                <a16:creationId xmlns:a16="http://schemas.microsoft.com/office/drawing/2014/main" id="{D1A13A6C-72B0-B2E9-B738-E8479648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Solid Principles – SRP</a:t>
            </a:r>
          </a:p>
        </p:txBody>
      </p:sp>
    </p:spTree>
    <p:extLst>
      <p:ext uri="{BB962C8B-B14F-4D97-AF65-F5344CB8AC3E}">
        <p14:creationId xmlns:p14="http://schemas.microsoft.com/office/powerpoint/2010/main" val="78420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973F3-40E2-75B2-866A-22D522D2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5DF3EB-6AE5-3E17-389E-20B5D4A67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0FD2D5-1EA4-E466-14AC-FE058F4BFF4B}"/>
              </a:ext>
            </a:extLst>
          </p:cNvPr>
          <p:cNvSpPr txBox="1"/>
          <p:nvPr/>
        </p:nvSpPr>
        <p:spPr>
          <a:xfrm>
            <a:off x="4951412" y="914400"/>
            <a:ext cx="7086600" cy="19759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Open/Closed Principle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Device: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device types added without modifying existing code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Scenes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New scenes added via extension, not modification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 System: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TimeBasedAlert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EnergyUsageAlert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extend base Alert class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C6D4CC-074E-1B5C-939D-F4B93027ED22}"/>
              </a:ext>
            </a:extLst>
          </p:cNvPr>
          <p:cNvCxnSpPr>
            <a:cxnSpLocks/>
          </p:cNvCxnSpPr>
          <p:nvPr/>
        </p:nvCxnSpPr>
        <p:spPr>
          <a:xfrm flipH="1">
            <a:off x="1522414" y="1600200"/>
            <a:ext cx="3428998" cy="6096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F82345-A9AF-7588-8BEB-6CCAA33CE2B2}"/>
              </a:ext>
            </a:extLst>
          </p:cNvPr>
          <p:cNvCxnSpPr>
            <a:cxnSpLocks/>
          </p:cNvCxnSpPr>
          <p:nvPr/>
        </p:nvCxnSpPr>
        <p:spPr>
          <a:xfrm flipH="1">
            <a:off x="2436812" y="2209800"/>
            <a:ext cx="2514600" cy="2514600"/>
          </a:xfrm>
          <a:prstGeom prst="straightConnector1">
            <a:avLst/>
          </a:prstGeom>
          <a:ln w="25400">
            <a:solidFill>
              <a:srgbClr val="00B05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44">
            <a:extLst>
              <a:ext uri="{FF2B5EF4-FFF2-40B4-BE49-F238E27FC236}">
                <a16:creationId xmlns:a16="http://schemas.microsoft.com/office/drawing/2014/main" id="{3FD9C8B3-9CF7-80AF-564F-A2694C0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Solid Principles – OCP</a:t>
            </a:r>
          </a:p>
        </p:txBody>
      </p:sp>
    </p:spTree>
    <p:extLst>
      <p:ext uri="{BB962C8B-B14F-4D97-AF65-F5344CB8AC3E}">
        <p14:creationId xmlns:p14="http://schemas.microsoft.com/office/powerpoint/2010/main" val="155342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22728-1C12-838D-B229-E348DC832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1EBF38-EF99-FFCC-45BE-21AE96243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8F6E03-B04D-F0F1-1098-2989B8ADBAFF}"/>
              </a:ext>
            </a:extLst>
          </p:cNvPr>
          <p:cNvSpPr txBox="1"/>
          <p:nvPr/>
        </p:nvSpPr>
        <p:spPr>
          <a:xfrm>
            <a:off x="4951412" y="914400"/>
            <a:ext cx="7086600" cy="22806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 err="1"/>
              <a:t>Liskov</a:t>
            </a:r>
            <a:r>
              <a:rPr lang="en-US" b="1" u="sng" dirty="0"/>
              <a:t> Substitution Principle </a:t>
            </a:r>
            <a:endParaRPr lang="en-US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 System: All Alert subclasses are substitutable in menu operations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 13: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Alert.getAlertId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works for both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TimeBasedAlert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EnergyUsageAlert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Polymorphic usage maintains expected behavior across menu functions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F8BDF9F-06E1-5FA2-7126-2DD4CCC5F0A7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513012" y="2054712"/>
            <a:ext cx="2438400" cy="2669688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44">
            <a:extLst>
              <a:ext uri="{FF2B5EF4-FFF2-40B4-BE49-F238E27FC236}">
                <a16:creationId xmlns:a16="http://schemas.microsoft.com/office/drawing/2014/main" id="{3E34E08E-452F-98F8-4396-A37CEAB4A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Solid Principles – LSP</a:t>
            </a:r>
          </a:p>
        </p:txBody>
      </p:sp>
    </p:spTree>
    <p:extLst>
      <p:ext uri="{BB962C8B-B14F-4D97-AF65-F5344CB8AC3E}">
        <p14:creationId xmlns:p14="http://schemas.microsoft.com/office/powerpoint/2010/main" val="108433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8DCA8-12EC-4AFE-FC7C-FDC14DAF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389011-FBF6-9BEB-4F5D-23F2F714B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1C3BC6-BEDD-21CC-BE58-AD3EAFE7EFA8}"/>
              </a:ext>
            </a:extLst>
          </p:cNvPr>
          <p:cNvSpPr txBox="1"/>
          <p:nvPr/>
        </p:nvSpPr>
        <p:spPr>
          <a:xfrm>
            <a:off x="4951412" y="914400"/>
            <a:ext cx="7086600" cy="8956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Interface Segregation Principle</a:t>
            </a:r>
            <a:endParaRPr lang="en-US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SmartHomeService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Large class serving multiple menu options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0616EF-DEC5-1DC2-3AED-23CE0CA51A4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284412" y="1362215"/>
            <a:ext cx="2667000" cy="923785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44">
            <a:extLst>
              <a:ext uri="{FF2B5EF4-FFF2-40B4-BE49-F238E27FC236}">
                <a16:creationId xmlns:a16="http://schemas.microsoft.com/office/drawing/2014/main" id="{F91D1120-0724-6248-B952-1017B814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Solid Principles – ISP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26DF198-ECFA-690E-9A4F-97EBDAC7A679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360612" y="1362215"/>
            <a:ext cx="2590800" cy="2142985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0BB972-B395-DE49-D482-E18028DFE887}"/>
              </a:ext>
            </a:extLst>
          </p:cNvPr>
          <p:cNvCxnSpPr>
            <a:cxnSpLocks/>
          </p:cNvCxnSpPr>
          <p:nvPr/>
        </p:nvCxnSpPr>
        <p:spPr>
          <a:xfrm flipH="1">
            <a:off x="2741612" y="1362215"/>
            <a:ext cx="2209800" cy="3514585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EE296DDC-F235-D81C-0E71-32ACE52D5994}"/>
              </a:ext>
            </a:extLst>
          </p:cNvPr>
          <p:cNvSpPr/>
          <p:nvPr/>
        </p:nvSpPr>
        <p:spPr>
          <a:xfrm>
            <a:off x="2133599" y="2057400"/>
            <a:ext cx="120333" cy="457200"/>
          </a:xfrm>
          <a:prstGeom prst="rightBrace">
            <a:avLst/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2B45B649-AB3E-7299-D906-36C6EE9324A2}"/>
              </a:ext>
            </a:extLst>
          </p:cNvPr>
          <p:cNvSpPr/>
          <p:nvPr/>
        </p:nvSpPr>
        <p:spPr>
          <a:xfrm>
            <a:off x="2513013" y="4648200"/>
            <a:ext cx="152400" cy="533400"/>
          </a:xfrm>
          <a:prstGeom prst="rightBrace">
            <a:avLst/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2523B-630E-BAAF-6757-6F616E3BC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934625-AE68-B330-F577-6E1915738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E2D147-0E79-333A-84C9-984AB3B35FDF}"/>
              </a:ext>
            </a:extLst>
          </p:cNvPr>
          <p:cNvSpPr txBox="1"/>
          <p:nvPr/>
        </p:nvSpPr>
        <p:spPr>
          <a:xfrm>
            <a:off x="4951412" y="914400"/>
            <a:ext cx="7086600" cy="11449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Dependency Inversion Principle: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 Dependencies: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SmartHomeService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directly instantiates other services</a:t>
            </a: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8F492647-CBF3-8205-08FD-91F30DB7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Solid Principles – DIP</a:t>
            </a:r>
          </a:p>
        </p:txBody>
      </p:sp>
    </p:spTree>
    <p:extLst>
      <p:ext uri="{BB962C8B-B14F-4D97-AF65-F5344CB8AC3E}">
        <p14:creationId xmlns:p14="http://schemas.microsoft.com/office/powerpoint/2010/main" val="350515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4E73A-EE14-CD8F-35D2-D37E3827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EDD18-7C3C-3494-D0C4-C483E3F3B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0F0974-1A43-4296-D513-F32D42D555E2}"/>
              </a:ext>
            </a:extLst>
          </p:cNvPr>
          <p:cNvSpPr txBox="1"/>
          <p:nvPr/>
        </p:nvSpPr>
        <p:spPr>
          <a:xfrm>
            <a:off x="4951412" y="990600"/>
            <a:ext cx="7086600" cy="13665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Singleton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single instance for shared scheduling and monitoring resources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TimerService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CalendarEventService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500B752A-4890-517D-3E8F-31AAA825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Singleton Pattern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F2E7E772-9CE9-8459-6215-660F3CCFC20A}"/>
              </a:ext>
            </a:extLst>
          </p:cNvPr>
          <p:cNvSpPr/>
          <p:nvPr/>
        </p:nvSpPr>
        <p:spPr>
          <a:xfrm>
            <a:off x="2208212" y="3657600"/>
            <a:ext cx="609600" cy="1371600"/>
          </a:xfrm>
          <a:prstGeom prst="rightBrace">
            <a:avLst/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B83D1A-E577-6498-267C-BA9B7D3B254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817812" y="1673864"/>
            <a:ext cx="2133600" cy="26695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71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E0F0-A4E9-C175-FF87-7B643CED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495B17-26AC-384D-2717-AFB79B25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F900A5-1C0F-A606-D4E1-94B28EAE2486}"/>
              </a:ext>
            </a:extLst>
          </p:cNvPr>
          <p:cNvSpPr txBox="1"/>
          <p:nvPr/>
        </p:nvSpPr>
        <p:spPr>
          <a:xfrm>
            <a:off x="4951412" y="914400"/>
            <a:ext cx="7086600" cy="13942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Factory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complex object creation with validation for 14+ device types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creation, Device creation</a:t>
            </a: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782E5E7E-FA6C-8BFC-296C-2E20ED51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Factory Pattern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3EF0ECB-52EC-D883-3432-DDF5B56236E2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1827212" y="1295400"/>
            <a:ext cx="3124200" cy="316114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550140-25CF-A51E-1BE8-EF50FF997CB5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446212" y="1611514"/>
            <a:ext cx="3505200" cy="59828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79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153FA-97EC-1228-16B3-F4D60259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32D839-437F-8997-B0A2-1BE6F5B6E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BF20CF-AAC7-6A85-9DA9-E84EA4A58F57}"/>
              </a:ext>
            </a:extLst>
          </p:cNvPr>
          <p:cNvSpPr txBox="1"/>
          <p:nvPr/>
        </p:nvSpPr>
        <p:spPr>
          <a:xfrm>
            <a:off x="4951412" y="914400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Command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Encapsulates operations, supports undo/redo, enables macro commands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Device control, Scene execution, System operations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D7ECF176-8837-3F88-49F0-2AE7ADADA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Command Pattern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840E1B-2264-0757-2760-B226AECC4B91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979612" y="1625364"/>
            <a:ext cx="2971800" cy="8892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9BF9C8-86BE-D7B3-41F5-D6C46C2C5DB2}"/>
              </a:ext>
            </a:extLst>
          </p:cNvPr>
          <p:cNvCxnSpPr>
            <a:cxnSpLocks/>
          </p:cNvCxnSpPr>
          <p:nvPr/>
        </p:nvCxnSpPr>
        <p:spPr>
          <a:xfrm flipH="1">
            <a:off x="2436812" y="1625364"/>
            <a:ext cx="2514600" cy="30990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BCB63F-5976-968D-2625-AE015B42411C}"/>
              </a:ext>
            </a:extLst>
          </p:cNvPr>
          <p:cNvCxnSpPr>
            <a:cxnSpLocks/>
          </p:cNvCxnSpPr>
          <p:nvPr/>
        </p:nvCxnSpPr>
        <p:spPr>
          <a:xfrm flipH="1">
            <a:off x="1827212" y="1625364"/>
            <a:ext cx="3124200" cy="4343153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DA1A9167-2BDB-155D-C161-270FDCC33EAD}"/>
              </a:ext>
            </a:extLst>
          </p:cNvPr>
          <p:cNvSpPr/>
          <p:nvPr/>
        </p:nvSpPr>
        <p:spPr>
          <a:xfrm>
            <a:off x="1674812" y="5715000"/>
            <a:ext cx="152400" cy="457200"/>
          </a:xfrm>
          <a:prstGeom prst="rightBrace">
            <a:avLst/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3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8C1C-3B62-E2F6-CBA0-0AC55A64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E27235-2124-1986-71FF-869C2C7EA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B250D6-1E74-783D-778F-82364CD464C5}"/>
              </a:ext>
            </a:extLst>
          </p:cNvPr>
          <p:cNvSpPr txBox="1"/>
          <p:nvPr/>
        </p:nvSpPr>
        <p:spPr>
          <a:xfrm>
            <a:off x="4951412" y="914400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Observer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Decouples event producers from consumers, enables real-time updates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Status monitoring, Timer events, Calendar automation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CD7BEB10-CFDB-2479-6395-3181B24B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Observer Pattern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1B62C41-1598-70C3-18AB-B02452804D2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132012" y="1625364"/>
            <a:ext cx="2819400" cy="7368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71DFDD-44FD-A48E-3B89-AAC967037ED0}"/>
              </a:ext>
            </a:extLst>
          </p:cNvPr>
          <p:cNvCxnSpPr>
            <a:cxnSpLocks/>
          </p:cNvCxnSpPr>
          <p:nvPr/>
        </p:nvCxnSpPr>
        <p:spPr>
          <a:xfrm flipH="1">
            <a:off x="2132012" y="1625364"/>
            <a:ext cx="2819400" cy="21084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CF92D4-7F1A-FB2B-23C1-8A9E012D0E8D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055812" y="1625364"/>
            <a:ext cx="2895600" cy="24132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30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A271-6FE3-5767-A2C0-AA364B0B3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E8C5AE-6A96-603D-A1BA-8DEDA08C0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95763C-E22C-AB63-AB6A-6B4673A36D3D}"/>
              </a:ext>
            </a:extLst>
          </p:cNvPr>
          <p:cNvSpPr txBox="1"/>
          <p:nvPr/>
        </p:nvSpPr>
        <p:spPr>
          <a:xfrm>
            <a:off x="4951412" y="940272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Strategy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Supports multiple algorithms, easy to add new strategies</a:t>
            </a:r>
          </a:p>
          <a:p>
            <a:endParaRPr lang="en-US" dirty="0"/>
          </a:p>
          <a:p>
            <a:r>
              <a:rPr lang="en-US" dirty="0"/>
              <a:t>Authentication strategies, Energy pricing, Weather responses, Analytics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2B31F967-37C1-0783-0847-575F9BD9C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Strategy Pattern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317B841-A541-2EE0-B672-14D3CD8DF42B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912812" y="1447800"/>
            <a:ext cx="4038600" cy="2034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2CB452-49CB-46A5-5F77-5F1AD7860851}"/>
              </a:ext>
            </a:extLst>
          </p:cNvPr>
          <p:cNvCxnSpPr>
            <a:cxnSpLocks/>
          </p:cNvCxnSpPr>
          <p:nvPr/>
        </p:nvCxnSpPr>
        <p:spPr>
          <a:xfrm flipH="1">
            <a:off x="2360612" y="1651236"/>
            <a:ext cx="2590800" cy="1930164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4D8ABF-910A-3F0D-421C-F86EAE8F152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360612" y="1651236"/>
            <a:ext cx="2590800" cy="2615964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FEA945-E930-E62E-27F3-32E222F3459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436812" y="1651236"/>
            <a:ext cx="2514600" cy="3454164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08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70DF-C5C1-779B-6021-E4DCBA04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E67AC4-25F1-E442-D04F-CD8902906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F9020C-9721-1FFF-004F-144FD70885AF}"/>
              </a:ext>
            </a:extLst>
          </p:cNvPr>
          <p:cNvSpPr txBox="1"/>
          <p:nvPr/>
        </p:nvSpPr>
        <p:spPr>
          <a:xfrm>
            <a:off x="4951412" y="914400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Template Method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Defines skeleton of algorithm, specific steps implemented by subclasses</a:t>
            </a:r>
          </a:p>
          <a:p>
            <a:endParaRPr lang="en-US" dirty="0"/>
          </a:p>
          <a:p>
            <a:r>
              <a:rPr lang="en-US" dirty="0"/>
              <a:t>Schedule display, Health reports, Settings, Shutdown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7BBCA5E7-D956-F632-FC3A-AF5D20F8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Template Method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B6CCB1-DC7C-0620-791F-07C798993AA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132012" y="1625364"/>
            <a:ext cx="2819400" cy="22608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21A9EB-3278-61FF-8BD3-23463E2DDEF1}"/>
              </a:ext>
            </a:extLst>
          </p:cNvPr>
          <p:cNvCxnSpPr>
            <a:cxnSpLocks/>
          </p:cNvCxnSpPr>
          <p:nvPr/>
        </p:nvCxnSpPr>
        <p:spPr>
          <a:xfrm flipH="1">
            <a:off x="2360612" y="1625364"/>
            <a:ext cx="2590800" cy="32514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45CD5F-4E64-FDDE-336B-8BEE4A0AB32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674812" y="1625364"/>
            <a:ext cx="3276600" cy="40134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0CB2A7-E7D2-AA61-D81F-234F0496B8DA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674812" y="1625364"/>
            <a:ext cx="3276600" cy="44706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26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F4AAC-2695-47B4-98BC-4409F9D6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A09908-1E3F-B0F6-523E-944243CC8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8C0B6F-8395-B83A-9A77-A6E564781BDD}"/>
              </a:ext>
            </a:extLst>
          </p:cNvPr>
          <p:cNvSpPr txBox="1"/>
          <p:nvPr/>
        </p:nvSpPr>
        <p:spPr>
          <a:xfrm>
            <a:off x="4951412" y="914400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Composite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Handles hierarchical structures uniformly</a:t>
            </a:r>
          </a:p>
          <a:p>
            <a:endParaRPr lang="en-US" dirty="0"/>
          </a:p>
          <a:p>
            <a:r>
              <a:rPr lang="en-US" dirty="0"/>
              <a:t>User Groups with nested permissions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6F53F652-5BCD-DE63-9809-B3BDEB3C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Composite Pattern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0BD14A2-F0B1-01F8-2738-D2C47EC5E340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827212" y="1625364"/>
            <a:ext cx="3124200" cy="889236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7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64FC-D032-FD5E-53DC-6CA3B769E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5C5FE4-FE68-2ADF-5C0E-D8E492E77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8C5004-F4D9-746B-2584-8A7E1DD59D39}"/>
              </a:ext>
            </a:extLst>
          </p:cNvPr>
          <p:cNvSpPr txBox="1"/>
          <p:nvPr/>
        </p:nvSpPr>
        <p:spPr>
          <a:xfrm>
            <a:off x="4951412" y="1985301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Repository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Abstracts data access, centralizes database operations</a:t>
            </a:r>
          </a:p>
          <a:p>
            <a:endParaRPr lang="en-US" dirty="0"/>
          </a:p>
          <a:p>
            <a:r>
              <a:rPr lang="en-US" dirty="0"/>
              <a:t>All Database Operations: </a:t>
            </a:r>
            <a:r>
              <a:rPr lang="en-US" dirty="0" err="1"/>
              <a:t>CustomerService</a:t>
            </a:r>
            <a:r>
              <a:rPr lang="en-US" dirty="0"/>
              <a:t> acts as repository</a:t>
            </a: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EA1B678E-9F0B-345D-931B-F7B7E5BE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Repository Pattern</a:t>
            </a:r>
          </a:p>
        </p:txBody>
      </p:sp>
    </p:spTree>
    <p:extLst>
      <p:ext uri="{BB962C8B-B14F-4D97-AF65-F5344CB8AC3E}">
        <p14:creationId xmlns:p14="http://schemas.microsoft.com/office/powerpoint/2010/main" val="232486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7C49B1-D6E8-04D6-2F02-1D82B1AA5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14" y="0"/>
            <a:ext cx="9143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4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ristina" panose="030604020404060802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9730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1826</TotalTime>
  <Words>739</Words>
  <Application>Microsoft Office PowerPoint</Application>
  <PresentationFormat>Custom</PresentationFormat>
  <Paragraphs>156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Arial</vt:lpstr>
      <vt:lpstr>Calibri</vt:lpstr>
      <vt:lpstr>Consolas</vt:lpstr>
      <vt:lpstr>Corbel</vt:lpstr>
      <vt:lpstr>Footlight MT Light</vt:lpstr>
      <vt:lpstr>Pristina</vt:lpstr>
      <vt:lpstr>Rockwell</vt:lpstr>
      <vt:lpstr>Chalkboard 16x9</vt:lpstr>
      <vt:lpstr>IoT Smart Home Dashboard</vt:lpstr>
      <vt:lpstr>Introduction</vt:lpstr>
      <vt:lpstr>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Solid Principles – SRP</vt:lpstr>
      <vt:lpstr>Solid Principles – OCP</vt:lpstr>
      <vt:lpstr>Solid Principles – LSP</vt:lpstr>
      <vt:lpstr>Solid Principles – ISP</vt:lpstr>
      <vt:lpstr>Solid Principles – DIP</vt:lpstr>
      <vt:lpstr>Design Patterns – Singleton Pattern</vt:lpstr>
      <vt:lpstr>Design Patterns – Factory Pattern</vt:lpstr>
      <vt:lpstr>Design Patterns – Command Pattern</vt:lpstr>
      <vt:lpstr>Design Patterns – Observer Pattern</vt:lpstr>
      <vt:lpstr>Design Patterns – Strategy Pattern</vt:lpstr>
      <vt:lpstr>Design Patterns – Template Method</vt:lpstr>
      <vt:lpstr>Design Patterns – Composite Pattern</vt:lpstr>
      <vt:lpstr>Design Patterns – Repository Pattern</vt:lpstr>
      <vt:lpstr>PowerPoint Presentation</vt:lpstr>
      <vt:lpstr>PowerPoint Presentation</vt:lpstr>
    </vt:vector>
  </TitlesOfParts>
  <Company>Cisco Systems,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Chendra -X (gochendr - HCL TECHNOLOGIES LIMITED at Cisco)</dc:creator>
  <cp:lastModifiedBy>Gowtham Chendra -X (gochendr - HCL TECHNOLOGIES LIMITED at Cisco)</cp:lastModifiedBy>
  <cp:revision>1</cp:revision>
  <dcterms:created xsi:type="dcterms:W3CDTF">2025-09-15T01:56:27Z</dcterms:created>
  <dcterms:modified xsi:type="dcterms:W3CDTF">2025-10-14T11:59:08Z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2025-09-15T02:04:10Z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b823639b-f237-4b0a-8e17-e2d04fa4cee9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10, 3, 0, 1</vt:lpwstr>
  </property>
  <property fmtid="{D5CDD505-2E9C-101B-9397-08002B2CF9AE}" pid="10" name="ClassificationContentMarkingFooterLocations">
    <vt:lpwstr>Chalkboard 16x9:8</vt:lpwstr>
  </property>
  <property fmtid="{D5CDD505-2E9C-101B-9397-08002B2CF9AE}" pid="11" name="ClassificationContentMarkingFooterText">
    <vt:lpwstr>Cisco Confidential</vt:lpwstr>
  </property>
</Properties>
</file>